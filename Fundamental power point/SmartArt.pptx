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AD18F9-A469-42F1-8E4E-0CDE9BECB7D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BA9BD9E9-EB66-4AEE-9321-AF353CD756A9}">
      <dgm:prSet phldrT="[Text]"/>
      <dgm:spPr/>
      <dgm:t>
        <a:bodyPr/>
        <a:lstStyle/>
        <a:p>
          <a:r>
            <a:rPr lang="en-US" dirty="0"/>
            <a:t>CODING</a:t>
          </a:r>
          <a:endParaRPr lang="en-ID" dirty="0"/>
        </a:p>
      </dgm:t>
    </dgm:pt>
    <dgm:pt modelId="{5875A5E2-B9DA-4DB6-BCD9-26F10B88C002}" type="parTrans" cxnId="{AF6CF36F-E8ED-48FE-8F2B-64830D4BFC76}">
      <dgm:prSet/>
      <dgm:spPr/>
      <dgm:t>
        <a:bodyPr/>
        <a:lstStyle/>
        <a:p>
          <a:endParaRPr lang="en-ID"/>
        </a:p>
      </dgm:t>
    </dgm:pt>
    <dgm:pt modelId="{94CE9F8A-013F-4C70-9EFE-CCAE806B819D}" type="sibTrans" cxnId="{AF6CF36F-E8ED-48FE-8F2B-64830D4BFC76}">
      <dgm:prSet/>
      <dgm:spPr/>
      <dgm:t>
        <a:bodyPr/>
        <a:lstStyle/>
        <a:p>
          <a:endParaRPr lang="en-ID"/>
        </a:p>
      </dgm:t>
    </dgm:pt>
    <dgm:pt modelId="{8C542365-2803-4684-AB7E-146420920D3F}">
      <dgm:prSet phldrT="[Text]"/>
      <dgm:spPr/>
      <dgm:t>
        <a:bodyPr/>
        <a:lstStyle/>
        <a:p>
          <a:r>
            <a:rPr lang="en-US" dirty="0"/>
            <a:t>WORD</a:t>
          </a:r>
          <a:endParaRPr lang="en-ID" dirty="0"/>
        </a:p>
      </dgm:t>
    </dgm:pt>
    <dgm:pt modelId="{1678C81A-E2A0-46F3-A1B0-2DE96BF5CE6F}" type="parTrans" cxnId="{03CBB384-5BB7-4F0B-A733-4A7B844AB30E}">
      <dgm:prSet/>
      <dgm:spPr/>
      <dgm:t>
        <a:bodyPr/>
        <a:lstStyle/>
        <a:p>
          <a:endParaRPr lang="en-ID"/>
        </a:p>
      </dgm:t>
    </dgm:pt>
    <dgm:pt modelId="{A9F409C9-9A9B-48BE-9590-D506F45C9144}" type="sibTrans" cxnId="{03CBB384-5BB7-4F0B-A733-4A7B844AB30E}">
      <dgm:prSet/>
      <dgm:spPr/>
      <dgm:t>
        <a:bodyPr/>
        <a:lstStyle/>
        <a:p>
          <a:endParaRPr lang="en-ID"/>
        </a:p>
      </dgm:t>
    </dgm:pt>
    <dgm:pt modelId="{5C79BBFA-284C-4849-807B-D07C2726A679}">
      <dgm:prSet phldrT="[Text]"/>
      <dgm:spPr/>
      <dgm:t>
        <a:bodyPr/>
        <a:lstStyle/>
        <a:p>
          <a:r>
            <a:rPr lang="en-US" dirty="0"/>
            <a:t>PPT</a:t>
          </a:r>
          <a:endParaRPr lang="en-ID" dirty="0"/>
        </a:p>
      </dgm:t>
    </dgm:pt>
    <dgm:pt modelId="{51F406C1-FF14-4B0A-9B6A-7947F2E378EE}" type="parTrans" cxnId="{B6537E9E-D4FA-442E-A702-89807EA04A98}">
      <dgm:prSet/>
      <dgm:spPr/>
      <dgm:t>
        <a:bodyPr/>
        <a:lstStyle/>
        <a:p>
          <a:endParaRPr lang="en-ID"/>
        </a:p>
      </dgm:t>
    </dgm:pt>
    <dgm:pt modelId="{106E3DC3-5977-43D0-996F-DA47E7184EA0}" type="sibTrans" cxnId="{B6537E9E-D4FA-442E-A702-89807EA04A98}">
      <dgm:prSet/>
      <dgm:spPr/>
      <dgm:t>
        <a:bodyPr/>
        <a:lstStyle/>
        <a:p>
          <a:endParaRPr lang="en-ID"/>
        </a:p>
      </dgm:t>
    </dgm:pt>
    <dgm:pt modelId="{33290026-7982-47D2-9AA2-19604A07D126}" type="pres">
      <dgm:prSet presAssocID="{84AD18F9-A469-42F1-8E4E-0CDE9BECB7D8}" presName="linear" presStyleCnt="0">
        <dgm:presLayoutVars>
          <dgm:dir/>
          <dgm:animLvl val="lvl"/>
          <dgm:resizeHandles val="exact"/>
        </dgm:presLayoutVars>
      </dgm:prSet>
      <dgm:spPr/>
    </dgm:pt>
    <dgm:pt modelId="{DB3E1C57-380B-42C9-BED1-02F932F0A8A8}" type="pres">
      <dgm:prSet presAssocID="{BA9BD9E9-EB66-4AEE-9321-AF353CD756A9}" presName="parentLin" presStyleCnt="0"/>
      <dgm:spPr/>
    </dgm:pt>
    <dgm:pt modelId="{A94699CC-5761-4A41-A839-99268D9F3B28}" type="pres">
      <dgm:prSet presAssocID="{BA9BD9E9-EB66-4AEE-9321-AF353CD756A9}" presName="parentLeftMargin" presStyleLbl="node1" presStyleIdx="0" presStyleCnt="3"/>
      <dgm:spPr/>
    </dgm:pt>
    <dgm:pt modelId="{8B7E0E09-4248-49C5-89B7-F7F6666777C0}" type="pres">
      <dgm:prSet presAssocID="{BA9BD9E9-EB66-4AEE-9321-AF353CD756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1175B8-2702-4745-8CD4-57C9D3A6F34E}" type="pres">
      <dgm:prSet presAssocID="{BA9BD9E9-EB66-4AEE-9321-AF353CD756A9}" presName="negativeSpace" presStyleCnt="0"/>
      <dgm:spPr/>
    </dgm:pt>
    <dgm:pt modelId="{0FEE9D47-B318-42EF-9F8C-15A594C2F883}" type="pres">
      <dgm:prSet presAssocID="{BA9BD9E9-EB66-4AEE-9321-AF353CD756A9}" presName="childText" presStyleLbl="conFgAcc1" presStyleIdx="0" presStyleCnt="3" custLinFactNeighborX="-609" custLinFactNeighborY="92029">
        <dgm:presLayoutVars>
          <dgm:bulletEnabled val="1"/>
        </dgm:presLayoutVars>
      </dgm:prSet>
      <dgm:spPr/>
    </dgm:pt>
    <dgm:pt modelId="{553E30AF-1567-4C96-B9F7-4D98B2458924}" type="pres">
      <dgm:prSet presAssocID="{94CE9F8A-013F-4C70-9EFE-CCAE806B819D}" presName="spaceBetweenRectangles" presStyleCnt="0"/>
      <dgm:spPr/>
    </dgm:pt>
    <dgm:pt modelId="{9BBBDDFD-0AB9-4111-90D2-0233DD7B4DF8}" type="pres">
      <dgm:prSet presAssocID="{8C542365-2803-4684-AB7E-146420920D3F}" presName="parentLin" presStyleCnt="0"/>
      <dgm:spPr/>
    </dgm:pt>
    <dgm:pt modelId="{2568BBF3-581E-42FF-B969-116CEED322D2}" type="pres">
      <dgm:prSet presAssocID="{8C542365-2803-4684-AB7E-146420920D3F}" presName="parentLeftMargin" presStyleLbl="node1" presStyleIdx="0" presStyleCnt="3"/>
      <dgm:spPr/>
    </dgm:pt>
    <dgm:pt modelId="{CB1FF260-1833-4D58-824C-EC0F6B02CD0F}" type="pres">
      <dgm:prSet presAssocID="{8C542365-2803-4684-AB7E-146420920D3F}" presName="parentText" presStyleLbl="node1" presStyleIdx="1" presStyleCnt="3" custLinFactNeighborX="-12170" custLinFactNeighborY="-5612">
        <dgm:presLayoutVars>
          <dgm:chMax val="0"/>
          <dgm:bulletEnabled val="1"/>
        </dgm:presLayoutVars>
      </dgm:prSet>
      <dgm:spPr/>
    </dgm:pt>
    <dgm:pt modelId="{CDF1C077-E2C7-44C9-A099-24A23282605B}" type="pres">
      <dgm:prSet presAssocID="{8C542365-2803-4684-AB7E-146420920D3F}" presName="negativeSpace" presStyleCnt="0"/>
      <dgm:spPr/>
    </dgm:pt>
    <dgm:pt modelId="{BE111DB6-FDE3-47A2-9CB0-1CA72E6840CF}" type="pres">
      <dgm:prSet presAssocID="{8C542365-2803-4684-AB7E-146420920D3F}" presName="childText" presStyleLbl="conFgAcc1" presStyleIdx="1" presStyleCnt="3">
        <dgm:presLayoutVars>
          <dgm:bulletEnabled val="1"/>
        </dgm:presLayoutVars>
      </dgm:prSet>
      <dgm:spPr/>
    </dgm:pt>
    <dgm:pt modelId="{146991DB-678D-4EF2-A23B-ECE9B48AA1BA}" type="pres">
      <dgm:prSet presAssocID="{A9F409C9-9A9B-48BE-9590-D506F45C9144}" presName="spaceBetweenRectangles" presStyleCnt="0"/>
      <dgm:spPr/>
    </dgm:pt>
    <dgm:pt modelId="{C4850116-D763-4E60-BC45-8382953F7747}" type="pres">
      <dgm:prSet presAssocID="{5C79BBFA-284C-4849-807B-D07C2726A679}" presName="parentLin" presStyleCnt="0"/>
      <dgm:spPr/>
    </dgm:pt>
    <dgm:pt modelId="{CBEE8BB2-147F-453C-8AFB-397850840F5F}" type="pres">
      <dgm:prSet presAssocID="{5C79BBFA-284C-4849-807B-D07C2726A679}" presName="parentLeftMargin" presStyleLbl="node1" presStyleIdx="1" presStyleCnt="3"/>
      <dgm:spPr/>
    </dgm:pt>
    <dgm:pt modelId="{7DF551CD-B148-49A4-821D-92E6F443CB76}" type="pres">
      <dgm:prSet presAssocID="{5C79BBFA-284C-4849-807B-D07C2726A6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D729D5E-FEFA-483E-8EBD-8A14FA2C11D3}" type="pres">
      <dgm:prSet presAssocID="{5C79BBFA-284C-4849-807B-D07C2726A679}" presName="negativeSpace" presStyleCnt="0"/>
      <dgm:spPr/>
    </dgm:pt>
    <dgm:pt modelId="{EDAD43E5-6D97-47CF-8304-E202388794C8}" type="pres">
      <dgm:prSet presAssocID="{5C79BBFA-284C-4849-807B-D07C2726A6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FA97A05-526B-4981-9799-9235BA6FC3E6}" type="presOf" srcId="{5C79BBFA-284C-4849-807B-D07C2726A679}" destId="{CBEE8BB2-147F-453C-8AFB-397850840F5F}" srcOrd="0" destOrd="0" presId="urn:microsoft.com/office/officeart/2005/8/layout/list1"/>
    <dgm:cxn modelId="{BCED2910-550F-4553-A336-F940826A5C4E}" type="presOf" srcId="{84AD18F9-A469-42F1-8E4E-0CDE9BECB7D8}" destId="{33290026-7982-47D2-9AA2-19604A07D126}" srcOrd="0" destOrd="0" presId="urn:microsoft.com/office/officeart/2005/8/layout/list1"/>
    <dgm:cxn modelId="{AF6CF36F-E8ED-48FE-8F2B-64830D4BFC76}" srcId="{84AD18F9-A469-42F1-8E4E-0CDE9BECB7D8}" destId="{BA9BD9E9-EB66-4AEE-9321-AF353CD756A9}" srcOrd="0" destOrd="0" parTransId="{5875A5E2-B9DA-4DB6-BCD9-26F10B88C002}" sibTransId="{94CE9F8A-013F-4C70-9EFE-CCAE806B819D}"/>
    <dgm:cxn modelId="{90D00959-E53B-4062-8FD2-677A3304C251}" type="presOf" srcId="{8C542365-2803-4684-AB7E-146420920D3F}" destId="{CB1FF260-1833-4D58-824C-EC0F6B02CD0F}" srcOrd="1" destOrd="0" presId="urn:microsoft.com/office/officeart/2005/8/layout/list1"/>
    <dgm:cxn modelId="{03CBB384-5BB7-4F0B-A733-4A7B844AB30E}" srcId="{84AD18F9-A469-42F1-8E4E-0CDE9BECB7D8}" destId="{8C542365-2803-4684-AB7E-146420920D3F}" srcOrd="1" destOrd="0" parTransId="{1678C81A-E2A0-46F3-A1B0-2DE96BF5CE6F}" sibTransId="{A9F409C9-9A9B-48BE-9590-D506F45C9144}"/>
    <dgm:cxn modelId="{B6537E9E-D4FA-442E-A702-89807EA04A98}" srcId="{84AD18F9-A469-42F1-8E4E-0CDE9BECB7D8}" destId="{5C79BBFA-284C-4849-807B-D07C2726A679}" srcOrd="2" destOrd="0" parTransId="{51F406C1-FF14-4B0A-9B6A-7947F2E378EE}" sibTransId="{106E3DC3-5977-43D0-996F-DA47E7184EA0}"/>
    <dgm:cxn modelId="{16089AA8-7106-44A5-BBFA-7DF0D0724CE2}" type="presOf" srcId="{5C79BBFA-284C-4849-807B-D07C2726A679}" destId="{7DF551CD-B148-49A4-821D-92E6F443CB76}" srcOrd="1" destOrd="0" presId="urn:microsoft.com/office/officeart/2005/8/layout/list1"/>
    <dgm:cxn modelId="{62984EB1-86C3-4515-8798-CC3A4B0B8CEF}" type="presOf" srcId="{BA9BD9E9-EB66-4AEE-9321-AF353CD756A9}" destId="{A94699CC-5761-4A41-A839-99268D9F3B28}" srcOrd="0" destOrd="0" presId="urn:microsoft.com/office/officeart/2005/8/layout/list1"/>
    <dgm:cxn modelId="{79F691F8-101B-48AF-B62E-6504F52AF23E}" type="presOf" srcId="{BA9BD9E9-EB66-4AEE-9321-AF353CD756A9}" destId="{8B7E0E09-4248-49C5-89B7-F7F6666777C0}" srcOrd="1" destOrd="0" presId="urn:microsoft.com/office/officeart/2005/8/layout/list1"/>
    <dgm:cxn modelId="{28AE64FB-BA3E-4A32-8E2A-0725AE8BC90A}" type="presOf" srcId="{8C542365-2803-4684-AB7E-146420920D3F}" destId="{2568BBF3-581E-42FF-B969-116CEED322D2}" srcOrd="0" destOrd="0" presId="urn:microsoft.com/office/officeart/2005/8/layout/list1"/>
    <dgm:cxn modelId="{A416507A-E999-4FF3-95CC-BAAE9ACCABC5}" type="presParOf" srcId="{33290026-7982-47D2-9AA2-19604A07D126}" destId="{DB3E1C57-380B-42C9-BED1-02F932F0A8A8}" srcOrd="0" destOrd="0" presId="urn:microsoft.com/office/officeart/2005/8/layout/list1"/>
    <dgm:cxn modelId="{60BAD6F1-FA35-45F1-97DD-F71FE921044A}" type="presParOf" srcId="{DB3E1C57-380B-42C9-BED1-02F932F0A8A8}" destId="{A94699CC-5761-4A41-A839-99268D9F3B28}" srcOrd="0" destOrd="0" presId="urn:microsoft.com/office/officeart/2005/8/layout/list1"/>
    <dgm:cxn modelId="{BB54AC8C-871E-4409-A048-1BE13C9DFD2D}" type="presParOf" srcId="{DB3E1C57-380B-42C9-BED1-02F932F0A8A8}" destId="{8B7E0E09-4248-49C5-89B7-F7F6666777C0}" srcOrd="1" destOrd="0" presId="urn:microsoft.com/office/officeart/2005/8/layout/list1"/>
    <dgm:cxn modelId="{8EA5A092-2DA1-448B-A299-48112D3928C0}" type="presParOf" srcId="{33290026-7982-47D2-9AA2-19604A07D126}" destId="{2F1175B8-2702-4745-8CD4-57C9D3A6F34E}" srcOrd="1" destOrd="0" presId="urn:microsoft.com/office/officeart/2005/8/layout/list1"/>
    <dgm:cxn modelId="{26701A5B-834D-46FD-B950-EA8383AFBD2C}" type="presParOf" srcId="{33290026-7982-47D2-9AA2-19604A07D126}" destId="{0FEE9D47-B318-42EF-9F8C-15A594C2F883}" srcOrd="2" destOrd="0" presId="urn:microsoft.com/office/officeart/2005/8/layout/list1"/>
    <dgm:cxn modelId="{23152E01-D380-4F3B-A873-AEC1D07A795E}" type="presParOf" srcId="{33290026-7982-47D2-9AA2-19604A07D126}" destId="{553E30AF-1567-4C96-B9F7-4D98B2458924}" srcOrd="3" destOrd="0" presId="urn:microsoft.com/office/officeart/2005/8/layout/list1"/>
    <dgm:cxn modelId="{15BF7A62-B597-4F81-B7F0-56C78C695546}" type="presParOf" srcId="{33290026-7982-47D2-9AA2-19604A07D126}" destId="{9BBBDDFD-0AB9-4111-90D2-0233DD7B4DF8}" srcOrd="4" destOrd="0" presId="urn:microsoft.com/office/officeart/2005/8/layout/list1"/>
    <dgm:cxn modelId="{6EA4E189-5675-4783-85CF-1490C01CD728}" type="presParOf" srcId="{9BBBDDFD-0AB9-4111-90D2-0233DD7B4DF8}" destId="{2568BBF3-581E-42FF-B969-116CEED322D2}" srcOrd="0" destOrd="0" presId="urn:microsoft.com/office/officeart/2005/8/layout/list1"/>
    <dgm:cxn modelId="{86D9FFAF-80BA-4D56-BA77-20B4DEA033E7}" type="presParOf" srcId="{9BBBDDFD-0AB9-4111-90D2-0233DD7B4DF8}" destId="{CB1FF260-1833-4D58-824C-EC0F6B02CD0F}" srcOrd="1" destOrd="0" presId="urn:microsoft.com/office/officeart/2005/8/layout/list1"/>
    <dgm:cxn modelId="{BC150CCC-AC20-44C1-8516-99CA8F996EFB}" type="presParOf" srcId="{33290026-7982-47D2-9AA2-19604A07D126}" destId="{CDF1C077-E2C7-44C9-A099-24A23282605B}" srcOrd="5" destOrd="0" presId="urn:microsoft.com/office/officeart/2005/8/layout/list1"/>
    <dgm:cxn modelId="{2592A520-6D03-4CC3-9A47-E39EE6588780}" type="presParOf" srcId="{33290026-7982-47D2-9AA2-19604A07D126}" destId="{BE111DB6-FDE3-47A2-9CB0-1CA72E6840CF}" srcOrd="6" destOrd="0" presId="urn:microsoft.com/office/officeart/2005/8/layout/list1"/>
    <dgm:cxn modelId="{97B742E7-7AC7-4572-94DA-381F6D09463E}" type="presParOf" srcId="{33290026-7982-47D2-9AA2-19604A07D126}" destId="{146991DB-678D-4EF2-A23B-ECE9B48AA1BA}" srcOrd="7" destOrd="0" presId="urn:microsoft.com/office/officeart/2005/8/layout/list1"/>
    <dgm:cxn modelId="{FE72C470-7DB9-45E1-B849-77CE196272C8}" type="presParOf" srcId="{33290026-7982-47D2-9AA2-19604A07D126}" destId="{C4850116-D763-4E60-BC45-8382953F7747}" srcOrd="8" destOrd="0" presId="urn:microsoft.com/office/officeart/2005/8/layout/list1"/>
    <dgm:cxn modelId="{D103F9C9-4CBF-4252-B707-C1C6A4DC709D}" type="presParOf" srcId="{C4850116-D763-4E60-BC45-8382953F7747}" destId="{CBEE8BB2-147F-453C-8AFB-397850840F5F}" srcOrd="0" destOrd="0" presId="urn:microsoft.com/office/officeart/2005/8/layout/list1"/>
    <dgm:cxn modelId="{BD831F39-65E5-434B-AAB1-F2EB1A3E19B2}" type="presParOf" srcId="{C4850116-D763-4E60-BC45-8382953F7747}" destId="{7DF551CD-B148-49A4-821D-92E6F443CB76}" srcOrd="1" destOrd="0" presId="urn:microsoft.com/office/officeart/2005/8/layout/list1"/>
    <dgm:cxn modelId="{81C5081A-1B8B-4102-BC5A-8B7CC19ECF30}" type="presParOf" srcId="{33290026-7982-47D2-9AA2-19604A07D126}" destId="{9D729D5E-FEFA-483E-8EBD-8A14FA2C11D3}" srcOrd="9" destOrd="0" presId="urn:microsoft.com/office/officeart/2005/8/layout/list1"/>
    <dgm:cxn modelId="{16E466BA-71EC-4E13-9489-3F248D5B3A2A}" type="presParOf" srcId="{33290026-7982-47D2-9AA2-19604A07D126}" destId="{EDAD43E5-6D97-47CF-8304-E202388794C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8F439B-654E-4157-83F9-263776750A8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</dgm:pt>
    <dgm:pt modelId="{E48CA614-E7C9-436B-9BBF-A9C8EE68C2B7}">
      <dgm:prSet phldrT="[Text]"/>
      <dgm:spPr/>
      <dgm:t>
        <a:bodyPr/>
        <a:lstStyle/>
        <a:p>
          <a:r>
            <a:rPr lang="en-US" b="0" dirty="0" err="1">
              <a:solidFill>
                <a:schemeClr val="tx1"/>
              </a:solidFill>
            </a:rPr>
            <a:t>Registrasi</a:t>
          </a:r>
          <a:r>
            <a:rPr lang="en-US" b="0" dirty="0">
              <a:solidFill>
                <a:schemeClr val="tx1"/>
              </a:solidFill>
            </a:rPr>
            <a:t> </a:t>
          </a:r>
          <a:r>
            <a:rPr lang="en-US" b="0" dirty="0" err="1">
              <a:solidFill>
                <a:schemeClr val="tx1"/>
              </a:solidFill>
            </a:rPr>
            <a:t>aplikasi</a:t>
          </a:r>
          <a:endParaRPr lang="en-ID" b="0" dirty="0">
            <a:solidFill>
              <a:schemeClr val="tx1"/>
            </a:solidFill>
          </a:endParaRPr>
        </a:p>
      </dgm:t>
    </dgm:pt>
    <dgm:pt modelId="{B9C8E9B7-542B-4B61-8B90-514F6960FB12}" type="parTrans" cxnId="{2040FF17-7E77-4E9F-B8DC-162691D83E49}">
      <dgm:prSet/>
      <dgm:spPr/>
      <dgm:t>
        <a:bodyPr/>
        <a:lstStyle/>
        <a:p>
          <a:endParaRPr lang="en-ID"/>
        </a:p>
      </dgm:t>
    </dgm:pt>
    <dgm:pt modelId="{9E549CFE-6CBB-4173-B5F9-F7F0FD2B9C80}" type="sibTrans" cxnId="{2040FF17-7E77-4E9F-B8DC-162691D83E49}">
      <dgm:prSet/>
      <dgm:spPr/>
      <dgm:t>
        <a:bodyPr/>
        <a:lstStyle/>
        <a:p>
          <a:endParaRPr lang="en-ID"/>
        </a:p>
      </dgm:t>
    </dgm:pt>
    <dgm:pt modelId="{C04B3665-D358-4AAD-B7A3-518A8F3760C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Isi Form Student</a:t>
          </a:r>
          <a:endParaRPr lang="en-ID" dirty="0">
            <a:solidFill>
              <a:schemeClr val="tx1"/>
            </a:solidFill>
          </a:endParaRPr>
        </a:p>
      </dgm:t>
    </dgm:pt>
    <dgm:pt modelId="{AD121C66-A199-4111-9B83-B504071AAFBA}" type="parTrans" cxnId="{F8FD9A87-029C-4119-9BBC-30E1064BE693}">
      <dgm:prSet/>
      <dgm:spPr/>
      <dgm:t>
        <a:bodyPr/>
        <a:lstStyle/>
        <a:p>
          <a:endParaRPr lang="en-ID"/>
        </a:p>
      </dgm:t>
    </dgm:pt>
    <dgm:pt modelId="{5F5E313E-77E3-4E0A-B6F4-49D2CBE831CD}" type="sibTrans" cxnId="{F8FD9A87-029C-4119-9BBC-30E1064BE693}">
      <dgm:prSet/>
      <dgm:spPr/>
      <dgm:t>
        <a:bodyPr/>
        <a:lstStyle/>
        <a:p>
          <a:endParaRPr lang="en-ID"/>
        </a:p>
      </dgm:t>
    </dgm:pt>
    <dgm:pt modelId="{61A768DA-5B14-4CEC-9614-CF477E74E8A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Email </a:t>
          </a:r>
          <a:r>
            <a:rPr lang="en-US" dirty="0" err="1">
              <a:solidFill>
                <a:schemeClr val="tx1"/>
              </a:solidFill>
            </a:rPr>
            <a:t>Registrasi</a:t>
          </a:r>
          <a:endParaRPr lang="en-ID" dirty="0">
            <a:solidFill>
              <a:schemeClr val="tx1"/>
            </a:solidFill>
          </a:endParaRPr>
        </a:p>
      </dgm:t>
    </dgm:pt>
    <dgm:pt modelId="{053BFA2C-754A-4BB0-BA1A-7C199202F6F7}" type="parTrans" cxnId="{258C0A90-3195-465B-A68F-B81A2F880771}">
      <dgm:prSet/>
      <dgm:spPr/>
      <dgm:t>
        <a:bodyPr/>
        <a:lstStyle/>
        <a:p>
          <a:endParaRPr lang="en-ID"/>
        </a:p>
      </dgm:t>
    </dgm:pt>
    <dgm:pt modelId="{0AF05F70-A96A-4016-AEB3-33996D7681C5}" type="sibTrans" cxnId="{258C0A90-3195-465B-A68F-B81A2F880771}">
      <dgm:prSet/>
      <dgm:spPr/>
      <dgm:t>
        <a:bodyPr/>
        <a:lstStyle/>
        <a:p>
          <a:endParaRPr lang="en-ID"/>
        </a:p>
      </dgm:t>
    </dgm:pt>
    <dgm:pt modelId="{24E2BA6A-681C-4E1D-9043-35241734E7E9}" type="pres">
      <dgm:prSet presAssocID="{D88F439B-654E-4157-83F9-263776750A8E}" presName="CompostProcess" presStyleCnt="0">
        <dgm:presLayoutVars>
          <dgm:dir/>
          <dgm:resizeHandles val="exact"/>
        </dgm:presLayoutVars>
      </dgm:prSet>
      <dgm:spPr/>
    </dgm:pt>
    <dgm:pt modelId="{0E64E39B-3DA4-46C3-B046-BDCD6C62CA71}" type="pres">
      <dgm:prSet presAssocID="{D88F439B-654E-4157-83F9-263776750A8E}" presName="arrow" presStyleLbl="bgShp" presStyleIdx="0" presStyleCnt="1" custScaleX="103821"/>
      <dgm:spPr/>
    </dgm:pt>
    <dgm:pt modelId="{EFCDC5F8-092E-4D47-BD7C-E03556C31337}" type="pres">
      <dgm:prSet presAssocID="{D88F439B-654E-4157-83F9-263776750A8E}" presName="linearProcess" presStyleCnt="0"/>
      <dgm:spPr/>
    </dgm:pt>
    <dgm:pt modelId="{EF994AB7-11C1-43E6-9741-3A2236F04042}" type="pres">
      <dgm:prSet presAssocID="{E48CA614-E7C9-436B-9BBF-A9C8EE68C2B7}" presName="textNode" presStyleLbl="node1" presStyleIdx="0" presStyleCnt="3">
        <dgm:presLayoutVars>
          <dgm:bulletEnabled val="1"/>
        </dgm:presLayoutVars>
      </dgm:prSet>
      <dgm:spPr/>
    </dgm:pt>
    <dgm:pt modelId="{217F3EDD-6F12-406E-A307-CC44484BBC06}" type="pres">
      <dgm:prSet presAssocID="{9E549CFE-6CBB-4173-B5F9-F7F0FD2B9C80}" presName="sibTrans" presStyleCnt="0"/>
      <dgm:spPr/>
    </dgm:pt>
    <dgm:pt modelId="{ED1E4933-4542-43D8-ADA4-C9F04440D77A}" type="pres">
      <dgm:prSet presAssocID="{C04B3665-D358-4AAD-B7A3-518A8F3760CE}" presName="textNode" presStyleLbl="node1" presStyleIdx="1" presStyleCnt="3">
        <dgm:presLayoutVars>
          <dgm:bulletEnabled val="1"/>
        </dgm:presLayoutVars>
      </dgm:prSet>
      <dgm:spPr/>
    </dgm:pt>
    <dgm:pt modelId="{B4FD8E8B-E56E-4E00-8D45-CCB4ACCC13D5}" type="pres">
      <dgm:prSet presAssocID="{5F5E313E-77E3-4E0A-B6F4-49D2CBE831CD}" presName="sibTrans" presStyleCnt="0"/>
      <dgm:spPr/>
    </dgm:pt>
    <dgm:pt modelId="{C383F983-5E89-4282-A684-B901AB313C09}" type="pres">
      <dgm:prSet presAssocID="{61A768DA-5B14-4CEC-9614-CF477E74E8A5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2040FF17-7E77-4E9F-B8DC-162691D83E49}" srcId="{D88F439B-654E-4157-83F9-263776750A8E}" destId="{E48CA614-E7C9-436B-9BBF-A9C8EE68C2B7}" srcOrd="0" destOrd="0" parTransId="{B9C8E9B7-542B-4B61-8B90-514F6960FB12}" sibTransId="{9E549CFE-6CBB-4173-B5F9-F7F0FD2B9C80}"/>
    <dgm:cxn modelId="{0347FD31-FED8-48FA-91B4-7E194D7C7DC7}" type="presOf" srcId="{E48CA614-E7C9-436B-9BBF-A9C8EE68C2B7}" destId="{EF994AB7-11C1-43E6-9741-3A2236F04042}" srcOrd="0" destOrd="0" presId="urn:microsoft.com/office/officeart/2005/8/layout/hProcess9"/>
    <dgm:cxn modelId="{34365C49-F0D6-4C08-80E9-79F6A3BAA6A5}" type="presOf" srcId="{C04B3665-D358-4AAD-B7A3-518A8F3760CE}" destId="{ED1E4933-4542-43D8-ADA4-C9F04440D77A}" srcOrd="0" destOrd="0" presId="urn:microsoft.com/office/officeart/2005/8/layout/hProcess9"/>
    <dgm:cxn modelId="{64B43E4F-2D10-46E9-813F-DD9AA87955AA}" type="presOf" srcId="{61A768DA-5B14-4CEC-9614-CF477E74E8A5}" destId="{C383F983-5E89-4282-A684-B901AB313C09}" srcOrd="0" destOrd="0" presId="urn:microsoft.com/office/officeart/2005/8/layout/hProcess9"/>
    <dgm:cxn modelId="{F8FD9A87-029C-4119-9BBC-30E1064BE693}" srcId="{D88F439B-654E-4157-83F9-263776750A8E}" destId="{C04B3665-D358-4AAD-B7A3-518A8F3760CE}" srcOrd="1" destOrd="0" parTransId="{AD121C66-A199-4111-9B83-B504071AAFBA}" sibTransId="{5F5E313E-77E3-4E0A-B6F4-49D2CBE831CD}"/>
    <dgm:cxn modelId="{258C0A90-3195-465B-A68F-B81A2F880771}" srcId="{D88F439B-654E-4157-83F9-263776750A8E}" destId="{61A768DA-5B14-4CEC-9614-CF477E74E8A5}" srcOrd="2" destOrd="0" parTransId="{053BFA2C-754A-4BB0-BA1A-7C199202F6F7}" sibTransId="{0AF05F70-A96A-4016-AEB3-33996D7681C5}"/>
    <dgm:cxn modelId="{E77619B4-3885-46A9-A982-644221B0C2FA}" type="presOf" srcId="{D88F439B-654E-4157-83F9-263776750A8E}" destId="{24E2BA6A-681C-4E1D-9043-35241734E7E9}" srcOrd="0" destOrd="0" presId="urn:microsoft.com/office/officeart/2005/8/layout/hProcess9"/>
    <dgm:cxn modelId="{ADEC5F7D-8347-46E3-A834-BDAB4381EC79}" type="presParOf" srcId="{24E2BA6A-681C-4E1D-9043-35241734E7E9}" destId="{0E64E39B-3DA4-46C3-B046-BDCD6C62CA71}" srcOrd="0" destOrd="0" presId="urn:microsoft.com/office/officeart/2005/8/layout/hProcess9"/>
    <dgm:cxn modelId="{7214889D-5443-4104-B20A-2E7C196F21B9}" type="presParOf" srcId="{24E2BA6A-681C-4E1D-9043-35241734E7E9}" destId="{EFCDC5F8-092E-4D47-BD7C-E03556C31337}" srcOrd="1" destOrd="0" presId="urn:microsoft.com/office/officeart/2005/8/layout/hProcess9"/>
    <dgm:cxn modelId="{15E6CDB0-36B5-4109-8475-52AAC6A16A08}" type="presParOf" srcId="{EFCDC5F8-092E-4D47-BD7C-E03556C31337}" destId="{EF994AB7-11C1-43E6-9741-3A2236F04042}" srcOrd="0" destOrd="0" presId="urn:microsoft.com/office/officeart/2005/8/layout/hProcess9"/>
    <dgm:cxn modelId="{04E55333-94E0-4465-8779-78B0701F3E55}" type="presParOf" srcId="{EFCDC5F8-092E-4D47-BD7C-E03556C31337}" destId="{217F3EDD-6F12-406E-A307-CC44484BBC06}" srcOrd="1" destOrd="0" presId="urn:microsoft.com/office/officeart/2005/8/layout/hProcess9"/>
    <dgm:cxn modelId="{FD237F84-F787-4E36-8A20-3BC88C3EB0A1}" type="presParOf" srcId="{EFCDC5F8-092E-4D47-BD7C-E03556C31337}" destId="{ED1E4933-4542-43D8-ADA4-C9F04440D77A}" srcOrd="2" destOrd="0" presId="urn:microsoft.com/office/officeart/2005/8/layout/hProcess9"/>
    <dgm:cxn modelId="{F3780DA9-95CF-4E78-B8C1-CC74466AB01C}" type="presParOf" srcId="{EFCDC5F8-092E-4D47-BD7C-E03556C31337}" destId="{B4FD8E8B-E56E-4E00-8D45-CCB4ACCC13D5}" srcOrd="3" destOrd="0" presId="urn:microsoft.com/office/officeart/2005/8/layout/hProcess9"/>
    <dgm:cxn modelId="{06335E11-2E4C-4CB0-A0BC-8085836D01A5}" type="presParOf" srcId="{EFCDC5F8-092E-4D47-BD7C-E03556C31337}" destId="{C383F983-5E89-4282-A684-B901AB313C09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60824D-CCEA-49D4-8D13-29090D8345EE}" type="doc">
      <dgm:prSet loTypeId="urn:microsoft.com/office/officeart/2005/8/layout/orgChart1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D"/>
        </a:p>
      </dgm:t>
    </dgm:pt>
    <dgm:pt modelId="{A47869C5-B798-4508-A460-A4D828C6BBBD}">
      <dgm:prSet phldrT="[Text]"/>
      <dgm:spPr/>
      <dgm:t>
        <a:bodyPr/>
        <a:lstStyle/>
        <a:p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Mr. Andi</a:t>
          </a:r>
          <a:endParaRPr lang="en-ID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C7803438-8D2A-4F39-B3A0-88E32BC6010D}" type="parTrans" cxnId="{279A6A08-6438-4222-9D00-49534CE23FA9}">
      <dgm:prSet/>
      <dgm:spPr/>
      <dgm:t>
        <a:bodyPr/>
        <a:lstStyle/>
        <a:p>
          <a:endParaRPr lang="en-ID"/>
        </a:p>
      </dgm:t>
    </dgm:pt>
    <dgm:pt modelId="{98A5490D-D8B8-415D-BA54-D4DDCD2F6602}" type="sibTrans" cxnId="{279A6A08-6438-4222-9D00-49534CE23FA9}">
      <dgm:prSet/>
      <dgm:spPr/>
      <dgm:t>
        <a:bodyPr/>
        <a:lstStyle/>
        <a:p>
          <a:endParaRPr lang="en-ID"/>
        </a:p>
      </dgm:t>
    </dgm:pt>
    <dgm:pt modelId="{86FC329B-2A5E-41B0-A40A-6DB9192C85C5}" type="asst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Mrs. Andi</a:t>
          </a:r>
          <a:endParaRPr lang="en-ID" dirty="0">
            <a:solidFill>
              <a:schemeClr val="tx1"/>
            </a:solidFill>
          </a:endParaRPr>
        </a:p>
      </dgm:t>
    </dgm:pt>
    <dgm:pt modelId="{3B388418-060A-4432-B61F-F79319CE3048}" type="parTrans" cxnId="{B6949F34-98FD-47FE-853E-FB798C156DCD}">
      <dgm:prSet/>
      <dgm:spPr/>
      <dgm:t>
        <a:bodyPr/>
        <a:lstStyle/>
        <a:p>
          <a:endParaRPr lang="en-ID"/>
        </a:p>
      </dgm:t>
    </dgm:pt>
    <dgm:pt modelId="{4309ECB0-1CD9-4A0D-88F5-3AEAB7E446A3}" type="sibTrans" cxnId="{B6949F34-98FD-47FE-853E-FB798C156DCD}">
      <dgm:prSet/>
      <dgm:spPr/>
      <dgm:t>
        <a:bodyPr/>
        <a:lstStyle/>
        <a:p>
          <a:endParaRPr lang="en-ID"/>
        </a:p>
      </dgm:t>
    </dgm:pt>
    <dgm:pt modelId="{DB169A14-5927-4FAA-BB4E-4035F6CA647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Mr. Barry</a:t>
          </a:r>
          <a:endParaRPr lang="en-ID" dirty="0">
            <a:solidFill>
              <a:schemeClr val="tx1"/>
            </a:solidFill>
          </a:endParaRPr>
        </a:p>
      </dgm:t>
    </dgm:pt>
    <dgm:pt modelId="{E56BDDA0-7950-4AE8-B61D-64CBEC1AB3C7}" type="parTrans" cxnId="{59A5DDC1-435B-4674-B465-BB3E2A095AC9}">
      <dgm:prSet/>
      <dgm:spPr/>
      <dgm:t>
        <a:bodyPr/>
        <a:lstStyle/>
        <a:p>
          <a:endParaRPr lang="en-ID"/>
        </a:p>
      </dgm:t>
    </dgm:pt>
    <dgm:pt modelId="{B315A0B4-40B8-44B3-8B8D-BDC9337AA17A}" type="sibTrans" cxnId="{59A5DDC1-435B-4674-B465-BB3E2A095AC9}">
      <dgm:prSet/>
      <dgm:spPr/>
      <dgm:t>
        <a:bodyPr/>
        <a:lstStyle/>
        <a:p>
          <a:endParaRPr lang="en-ID"/>
        </a:p>
      </dgm:t>
    </dgm:pt>
    <dgm:pt modelId="{1FEEAE6D-3438-4D56-A054-C7A306DA667C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Mr. </a:t>
          </a:r>
          <a:r>
            <a:rPr lang="en-US" dirty="0" err="1">
              <a:solidFill>
                <a:schemeClr val="tx1"/>
              </a:solidFill>
            </a:rPr>
            <a:t>Kartono</a:t>
          </a:r>
          <a:endParaRPr lang="en-ID" dirty="0">
            <a:solidFill>
              <a:schemeClr val="tx1"/>
            </a:solidFill>
          </a:endParaRPr>
        </a:p>
      </dgm:t>
    </dgm:pt>
    <dgm:pt modelId="{A3A279CD-F765-42F8-9522-62CA8BFDB48B}" type="parTrans" cxnId="{E64C085C-CFC4-43D4-AA91-2AC694324645}">
      <dgm:prSet/>
      <dgm:spPr/>
      <dgm:t>
        <a:bodyPr/>
        <a:lstStyle/>
        <a:p>
          <a:endParaRPr lang="en-ID"/>
        </a:p>
      </dgm:t>
    </dgm:pt>
    <dgm:pt modelId="{5340D2D0-6098-40C9-8354-AE881435160A}" type="sibTrans" cxnId="{E64C085C-CFC4-43D4-AA91-2AC694324645}">
      <dgm:prSet/>
      <dgm:spPr/>
      <dgm:t>
        <a:bodyPr/>
        <a:lstStyle/>
        <a:p>
          <a:endParaRPr lang="en-ID"/>
        </a:p>
      </dgm:t>
    </dgm:pt>
    <dgm:pt modelId="{832095B8-1189-4CD0-B57E-7BB4D39FE6C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Mrs. </a:t>
          </a:r>
          <a:r>
            <a:rPr lang="en-US" dirty="0" err="1">
              <a:solidFill>
                <a:schemeClr val="tx1"/>
              </a:solidFill>
            </a:rPr>
            <a:t>Siska</a:t>
          </a:r>
          <a:endParaRPr lang="en-ID" dirty="0">
            <a:solidFill>
              <a:schemeClr val="tx1"/>
            </a:solidFill>
          </a:endParaRPr>
        </a:p>
      </dgm:t>
    </dgm:pt>
    <dgm:pt modelId="{56D5A320-F33D-4A92-A406-0AC4D193B669}" type="parTrans" cxnId="{B3898F1B-700F-4042-AB0F-0E52BCE8AB06}">
      <dgm:prSet/>
      <dgm:spPr/>
      <dgm:t>
        <a:bodyPr/>
        <a:lstStyle/>
        <a:p>
          <a:endParaRPr lang="en-ID"/>
        </a:p>
      </dgm:t>
    </dgm:pt>
    <dgm:pt modelId="{532E04EE-130A-4646-99D6-377A84A839F4}" type="sibTrans" cxnId="{B3898F1B-700F-4042-AB0F-0E52BCE8AB06}">
      <dgm:prSet/>
      <dgm:spPr/>
      <dgm:t>
        <a:bodyPr/>
        <a:lstStyle/>
        <a:p>
          <a:endParaRPr lang="en-ID"/>
        </a:p>
      </dgm:t>
    </dgm:pt>
    <dgm:pt modelId="{42CAD63F-1402-43C7-96A2-0107A8033D90}" type="pres">
      <dgm:prSet presAssocID="{0760824D-CCEA-49D4-8D13-29090D8345E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74772A-6E28-4C3C-85BE-25E855D35393}" type="pres">
      <dgm:prSet presAssocID="{A47869C5-B798-4508-A460-A4D828C6BBBD}" presName="hierRoot1" presStyleCnt="0">
        <dgm:presLayoutVars>
          <dgm:hierBranch val="init"/>
        </dgm:presLayoutVars>
      </dgm:prSet>
      <dgm:spPr/>
    </dgm:pt>
    <dgm:pt modelId="{94973412-159A-46A2-BFB2-988729FC67F3}" type="pres">
      <dgm:prSet presAssocID="{A47869C5-B798-4508-A460-A4D828C6BBBD}" presName="rootComposite1" presStyleCnt="0"/>
      <dgm:spPr/>
    </dgm:pt>
    <dgm:pt modelId="{606B0858-E1A4-4902-96B8-A5D3A5D04C63}" type="pres">
      <dgm:prSet presAssocID="{A47869C5-B798-4508-A460-A4D828C6BBBD}" presName="rootText1" presStyleLbl="node0" presStyleIdx="0" presStyleCnt="1" custLinFactNeighborY="432">
        <dgm:presLayoutVars>
          <dgm:chPref val="3"/>
        </dgm:presLayoutVars>
      </dgm:prSet>
      <dgm:spPr/>
    </dgm:pt>
    <dgm:pt modelId="{99A46748-3DC5-451F-87BA-B16661AB59DD}" type="pres">
      <dgm:prSet presAssocID="{A47869C5-B798-4508-A460-A4D828C6BBBD}" presName="rootConnector1" presStyleLbl="node1" presStyleIdx="0" presStyleCnt="0"/>
      <dgm:spPr/>
    </dgm:pt>
    <dgm:pt modelId="{3E13F254-FFFB-49E6-847E-115C3FFAEC60}" type="pres">
      <dgm:prSet presAssocID="{A47869C5-B798-4508-A460-A4D828C6BBBD}" presName="hierChild2" presStyleCnt="0"/>
      <dgm:spPr/>
    </dgm:pt>
    <dgm:pt modelId="{AB6FA94B-AC2B-4584-862C-C2EEBACB751E}" type="pres">
      <dgm:prSet presAssocID="{E56BDDA0-7950-4AE8-B61D-64CBEC1AB3C7}" presName="Name37" presStyleLbl="parChTrans1D2" presStyleIdx="0" presStyleCnt="4"/>
      <dgm:spPr/>
    </dgm:pt>
    <dgm:pt modelId="{5B320828-BC20-47E9-BDD2-5527709C7B5C}" type="pres">
      <dgm:prSet presAssocID="{DB169A14-5927-4FAA-BB4E-4035F6CA647E}" presName="hierRoot2" presStyleCnt="0">
        <dgm:presLayoutVars>
          <dgm:hierBranch val="init"/>
        </dgm:presLayoutVars>
      </dgm:prSet>
      <dgm:spPr/>
    </dgm:pt>
    <dgm:pt modelId="{0855D461-CB87-4382-B4B6-D82FAAB92F07}" type="pres">
      <dgm:prSet presAssocID="{DB169A14-5927-4FAA-BB4E-4035F6CA647E}" presName="rootComposite" presStyleCnt="0"/>
      <dgm:spPr/>
    </dgm:pt>
    <dgm:pt modelId="{56D7605A-5095-4C1A-A09C-70C165DE7CE7}" type="pres">
      <dgm:prSet presAssocID="{DB169A14-5927-4FAA-BB4E-4035F6CA647E}" presName="rootText" presStyleLbl="node2" presStyleIdx="0" presStyleCnt="3">
        <dgm:presLayoutVars>
          <dgm:chPref val="3"/>
        </dgm:presLayoutVars>
      </dgm:prSet>
      <dgm:spPr/>
    </dgm:pt>
    <dgm:pt modelId="{20A8F6A8-C40B-45DE-B544-5D955D7A4491}" type="pres">
      <dgm:prSet presAssocID="{DB169A14-5927-4FAA-BB4E-4035F6CA647E}" presName="rootConnector" presStyleLbl="node2" presStyleIdx="0" presStyleCnt="3"/>
      <dgm:spPr/>
    </dgm:pt>
    <dgm:pt modelId="{8E2DA02A-9C3B-4892-A90F-E50090887D13}" type="pres">
      <dgm:prSet presAssocID="{DB169A14-5927-4FAA-BB4E-4035F6CA647E}" presName="hierChild4" presStyleCnt="0"/>
      <dgm:spPr/>
    </dgm:pt>
    <dgm:pt modelId="{B6A3EBA7-9B22-4F38-ADE0-115EB3DB6228}" type="pres">
      <dgm:prSet presAssocID="{DB169A14-5927-4FAA-BB4E-4035F6CA647E}" presName="hierChild5" presStyleCnt="0"/>
      <dgm:spPr/>
    </dgm:pt>
    <dgm:pt modelId="{84632140-422E-455F-9935-870A81A483DE}" type="pres">
      <dgm:prSet presAssocID="{A3A279CD-F765-42F8-9522-62CA8BFDB48B}" presName="Name37" presStyleLbl="parChTrans1D2" presStyleIdx="1" presStyleCnt="4"/>
      <dgm:spPr/>
    </dgm:pt>
    <dgm:pt modelId="{0070477E-5689-4370-B988-AC1227811D74}" type="pres">
      <dgm:prSet presAssocID="{1FEEAE6D-3438-4D56-A054-C7A306DA667C}" presName="hierRoot2" presStyleCnt="0">
        <dgm:presLayoutVars>
          <dgm:hierBranch val="init"/>
        </dgm:presLayoutVars>
      </dgm:prSet>
      <dgm:spPr/>
    </dgm:pt>
    <dgm:pt modelId="{024B5244-36E3-48A2-A642-B9E1DF00BE6A}" type="pres">
      <dgm:prSet presAssocID="{1FEEAE6D-3438-4D56-A054-C7A306DA667C}" presName="rootComposite" presStyleCnt="0"/>
      <dgm:spPr/>
    </dgm:pt>
    <dgm:pt modelId="{AE56E010-78C9-42AB-8CF1-D523D8730D05}" type="pres">
      <dgm:prSet presAssocID="{1FEEAE6D-3438-4D56-A054-C7A306DA667C}" presName="rootText" presStyleLbl="node2" presStyleIdx="1" presStyleCnt="3">
        <dgm:presLayoutVars>
          <dgm:chPref val="3"/>
        </dgm:presLayoutVars>
      </dgm:prSet>
      <dgm:spPr/>
    </dgm:pt>
    <dgm:pt modelId="{7CC719E5-3EEB-434E-A6AA-0DCA58B71D49}" type="pres">
      <dgm:prSet presAssocID="{1FEEAE6D-3438-4D56-A054-C7A306DA667C}" presName="rootConnector" presStyleLbl="node2" presStyleIdx="1" presStyleCnt="3"/>
      <dgm:spPr/>
    </dgm:pt>
    <dgm:pt modelId="{DEABAB7F-F447-4711-BCA1-3DB136119BF4}" type="pres">
      <dgm:prSet presAssocID="{1FEEAE6D-3438-4D56-A054-C7A306DA667C}" presName="hierChild4" presStyleCnt="0"/>
      <dgm:spPr/>
    </dgm:pt>
    <dgm:pt modelId="{7A6F4E1B-5B76-43EA-81BA-83ADE419ACA1}" type="pres">
      <dgm:prSet presAssocID="{1FEEAE6D-3438-4D56-A054-C7A306DA667C}" presName="hierChild5" presStyleCnt="0"/>
      <dgm:spPr/>
    </dgm:pt>
    <dgm:pt modelId="{0FE7BE46-71D8-4B58-B4B5-1AED369823BA}" type="pres">
      <dgm:prSet presAssocID="{56D5A320-F33D-4A92-A406-0AC4D193B669}" presName="Name37" presStyleLbl="parChTrans1D2" presStyleIdx="2" presStyleCnt="4"/>
      <dgm:spPr/>
    </dgm:pt>
    <dgm:pt modelId="{838082E5-16CB-4AC0-BA19-BB5661F52B4A}" type="pres">
      <dgm:prSet presAssocID="{832095B8-1189-4CD0-B57E-7BB4D39FE6C0}" presName="hierRoot2" presStyleCnt="0">
        <dgm:presLayoutVars>
          <dgm:hierBranch val="init"/>
        </dgm:presLayoutVars>
      </dgm:prSet>
      <dgm:spPr/>
    </dgm:pt>
    <dgm:pt modelId="{2A8E0201-9AFC-46EB-9564-D9354CA3AF23}" type="pres">
      <dgm:prSet presAssocID="{832095B8-1189-4CD0-B57E-7BB4D39FE6C0}" presName="rootComposite" presStyleCnt="0"/>
      <dgm:spPr/>
    </dgm:pt>
    <dgm:pt modelId="{47D21C1C-E298-4CBC-8696-59818BF37370}" type="pres">
      <dgm:prSet presAssocID="{832095B8-1189-4CD0-B57E-7BB4D39FE6C0}" presName="rootText" presStyleLbl="node2" presStyleIdx="2" presStyleCnt="3">
        <dgm:presLayoutVars>
          <dgm:chPref val="3"/>
        </dgm:presLayoutVars>
      </dgm:prSet>
      <dgm:spPr/>
    </dgm:pt>
    <dgm:pt modelId="{FD97AB2B-DF1D-44F7-A045-C7F40E62F2C8}" type="pres">
      <dgm:prSet presAssocID="{832095B8-1189-4CD0-B57E-7BB4D39FE6C0}" presName="rootConnector" presStyleLbl="node2" presStyleIdx="2" presStyleCnt="3"/>
      <dgm:spPr/>
    </dgm:pt>
    <dgm:pt modelId="{6AE7F438-3B5B-4960-93FA-ED763DEF999D}" type="pres">
      <dgm:prSet presAssocID="{832095B8-1189-4CD0-B57E-7BB4D39FE6C0}" presName="hierChild4" presStyleCnt="0"/>
      <dgm:spPr/>
    </dgm:pt>
    <dgm:pt modelId="{39152EB4-2E81-4646-9F08-56100F3962CA}" type="pres">
      <dgm:prSet presAssocID="{832095B8-1189-4CD0-B57E-7BB4D39FE6C0}" presName="hierChild5" presStyleCnt="0"/>
      <dgm:spPr/>
    </dgm:pt>
    <dgm:pt modelId="{2FC0144A-BDE5-490D-BEFD-CF39FC1EA6D0}" type="pres">
      <dgm:prSet presAssocID="{A47869C5-B798-4508-A460-A4D828C6BBBD}" presName="hierChild3" presStyleCnt="0"/>
      <dgm:spPr/>
    </dgm:pt>
    <dgm:pt modelId="{D7688460-7BD8-4F04-957B-9897579D3088}" type="pres">
      <dgm:prSet presAssocID="{3B388418-060A-4432-B61F-F79319CE3048}" presName="Name111" presStyleLbl="parChTrans1D2" presStyleIdx="3" presStyleCnt="4"/>
      <dgm:spPr/>
    </dgm:pt>
    <dgm:pt modelId="{2218D482-BE5B-4EDE-A133-54F4584D4DF7}" type="pres">
      <dgm:prSet presAssocID="{86FC329B-2A5E-41B0-A40A-6DB9192C85C5}" presName="hierRoot3" presStyleCnt="0">
        <dgm:presLayoutVars>
          <dgm:hierBranch val="init"/>
        </dgm:presLayoutVars>
      </dgm:prSet>
      <dgm:spPr/>
    </dgm:pt>
    <dgm:pt modelId="{B0482A27-6488-466A-A1D0-80A7E8CE329F}" type="pres">
      <dgm:prSet presAssocID="{86FC329B-2A5E-41B0-A40A-6DB9192C85C5}" presName="rootComposite3" presStyleCnt="0"/>
      <dgm:spPr/>
    </dgm:pt>
    <dgm:pt modelId="{A781B7D9-1523-4186-9B93-AED2FA9F3A51}" type="pres">
      <dgm:prSet presAssocID="{86FC329B-2A5E-41B0-A40A-6DB9192C85C5}" presName="rootText3" presStyleLbl="asst1" presStyleIdx="0" presStyleCnt="1">
        <dgm:presLayoutVars>
          <dgm:chPref val="3"/>
        </dgm:presLayoutVars>
      </dgm:prSet>
      <dgm:spPr/>
    </dgm:pt>
    <dgm:pt modelId="{2F591479-0B9A-4153-80A4-8E26CDB43D89}" type="pres">
      <dgm:prSet presAssocID="{86FC329B-2A5E-41B0-A40A-6DB9192C85C5}" presName="rootConnector3" presStyleLbl="asst1" presStyleIdx="0" presStyleCnt="1"/>
      <dgm:spPr/>
    </dgm:pt>
    <dgm:pt modelId="{42958BB0-8BC1-4FE4-B092-152BF066A64B}" type="pres">
      <dgm:prSet presAssocID="{86FC329B-2A5E-41B0-A40A-6DB9192C85C5}" presName="hierChild6" presStyleCnt="0"/>
      <dgm:spPr/>
    </dgm:pt>
    <dgm:pt modelId="{54967CE2-40D9-4F11-B9BC-5154BCB33DAA}" type="pres">
      <dgm:prSet presAssocID="{86FC329B-2A5E-41B0-A40A-6DB9192C85C5}" presName="hierChild7" presStyleCnt="0"/>
      <dgm:spPr/>
    </dgm:pt>
  </dgm:ptLst>
  <dgm:cxnLst>
    <dgm:cxn modelId="{279A6A08-6438-4222-9D00-49534CE23FA9}" srcId="{0760824D-CCEA-49D4-8D13-29090D8345EE}" destId="{A47869C5-B798-4508-A460-A4D828C6BBBD}" srcOrd="0" destOrd="0" parTransId="{C7803438-8D2A-4F39-B3A0-88E32BC6010D}" sibTransId="{98A5490D-D8B8-415D-BA54-D4DDCD2F6602}"/>
    <dgm:cxn modelId="{19E18D1B-F615-48E2-8D4E-F77FA41D3D46}" type="presOf" srcId="{DB169A14-5927-4FAA-BB4E-4035F6CA647E}" destId="{56D7605A-5095-4C1A-A09C-70C165DE7CE7}" srcOrd="0" destOrd="0" presId="urn:microsoft.com/office/officeart/2005/8/layout/orgChart1"/>
    <dgm:cxn modelId="{B3898F1B-700F-4042-AB0F-0E52BCE8AB06}" srcId="{A47869C5-B798-4508-A460-A4D828C6BBBD}" destId="{832095B8-1189-4CD0-B57E-7BB4D39FE6C0}" srcOrd="3" destOrd="0" parTransId="{56D5A320-F33D-4A92-A406-0AC4D193B669}" sibTransId="{532E04EE-130A-4646-99D6-377A84A839F4}"/>
    <dgm:cxn modelId="{B6949F34-98FD-47FE-853E-FB798C156DCD}" srcId="{A47869C5-B798-4508-A460-A4D828C6BBBD}" destId="{86FC329B-2A5E-41B0-A40A-6DB9192C85C5}" srcOrd="0" destOrd="0" parTransId="{3B388418-060A-4432-B61F-F79319CE3048}" sibTransId="{4309ECB0-1CD9-4A0D-88F5-3AEAB7E446A3}"/>
    <dgm:cxn modelId="{E64C085C-CFC4-43D4-AA91-2AC694324645}" srcId="{A47869C5-B798-4508-A460-A4D828C6BBBD}" destId="{1FEEAE6D-3438-4D56-A054-C7A306DA667C}" srcOrd="2" destOrd="0" parTransId="{A3A279CD-F765-42F8-9522-62CA8BFDB48B}" sibTransId="{5340D2D0-6098-40C9-8354-AE881435160A}"/>
    <dgm:cxn modelId="{B3FB6F5F-F876-4D18-8B77-FFD1F3E2768E}" type="presOf" srcId="{1FEEAE6D-3438-4D56-A054-C7A306DA667C}" destId="{AE56E010-78C9-42AB-8CF1-D523D8730D05}" srcOrd="0" destOrd="0" presId="urn:microsoft.com/office/officeart/2005/8/layout/orgChart1"/>
    <dgm:cxn modelId="{9728BB55-3A9D-46CD-B285-0028CDEEC90C}" type="presOf" srcId="{A47869C5-B798-4508-A460-A4D828C6BBBD}" destId="{99A46748-3DC5-451F-87BA-B16661AB59DD}" srcOrd="1" destOrd="0" presId="urn:microsoft.com/office/officeart/2005/8/layout/orgChart1"/>
    <dgm:cxn modelId="{84828556-704D-4F14-A7F4-1B34BE28A85B}" type="presOf" srcId="{1FEEAE6D-3438-4D56-A054-C7A306DA667C}" destId="{7CC719E5-3EEB-434E-A6AA-0DCA58B71D49}" srcOrd="1" destOrd="0" presId="urn:microsoft.com/office/officeart/2005/8/layout/orgChart1"/>
    <dgm:cxn modelId="{5B26C084-8A8D-44BD-B980-193491D0B4CB}" type="presOf" srcId="{86FC329B-2A5E-41B0-A40A-6DB9192C85C5}" destId="{2F591479-0B9A-4153-80A4-8E26CDB43D89}" srcOrd="1" destOrd="0" presId="urn:microsoft.com/office/officeart/2005/8/layout/orgChart1"/>
    <dgm:cxn modelId="{48345D8A-FA7D-4AD4-B0A9-0876434CCA42}" type="presOf" srcId="{E56BDDA0-7950-4AE8-B61D-64CBEC1AB3C7}" destId="{AB6FA94B-AC2B-4584-862C-C2EEBACB751E}" srcOrd="0" destOrd="0" presId="urn:microsoft.com/office/officeart/2005/8/layout/orgChart1"/>
    <dgm:cxn modelId="{9E60A896-46F5-480E-A952-EF0E81618E2A}" type="presOf" srcId="{DB169A14-5927-4FAA-BB4E-4035F6CA647E}" destId="{20A8F6A8-C40B-45DE-B544-5D955D7A4491}" srcOrd="1" destOrd="0" presId="urn:microsoft.com/office/officeart/2005/8/layout/orgChart1"/>
    <dgm:cxn modelId="{DD9F339B-B52F-49C9-805D-1A5436E2B001}" type="presOf" srcId="{3B388418-060A-4432-B61F-F79319CE3048}" destId="{D7688460-7BD8-4F04-957B-9897579D3088}" srcOrd="0" destOrd="0" presId="urn:microsoft.com/office/officeart/2005/8/layout/orgChart1"/>
    <dgm:cxn modelId="{1D6C9E9F-5114-4135-B158-DBD08D428A4D}" type="presOf" srcId="{A47869C5-B798-4508-A460-A4D828C6BBBD}" destId="{606B0858-E1A4-4902-96B8-A5D3A5D04C63}" srcOrd="0" destOrd="0" presId="urn:microsoft.com/office/officeart/2005/8/layout/orgChart1"/>
    <dgm:cxn modelId="{83BDBEA4-1E25-4D06-B380-0C94CF434167}" type="presOf" srcId="{0760824D-CCEA-49D4-8D13-29090D8345EE}" destId="{42CAD63F-1402-43C7-96A2-0107A8033D90}" srcOrd="0" destOrd="0" presId="urn:microsoft.com/office/officeart/2005/8/layout/orgChart1"/>
    <dgm:cxn modelId="{599375BF-71BD-4BCA-AD10-6F59576C7DAD}" type="presOf" srcId="{56D5A320-F33D-4A92-A406-0AC4D193B669}" destId="{0FE7BE46-71D8-4B58-B4B5-1AED369823BA}" srcOrd="0" destOrd="0" presId="urn:microsoft.com/office/officeart/2005/8/layout/orgChart1"/>
    <dgm:cxn modelId="{59A5DDC1-435B-4674-B465-BB3E2A095AC9}" srcId="{A47869C5-B798-4508-A460-A4D828C6BBBD}" destId="{DB169A14-5927-4FAA-BB4E-4035F6CA647E}" srcOrd="1" destOrd="0" parTransId="{E56BDDA0-7950-4AE8-B61D-64CBEC1AB3C7}" sibTransId="{B315A0B4-40B8-44B3-8B8D-BDC9337AA17A}"/>
    <dgm:cxn modelId="{3BAB01CD-9CB8-4913-AD1F-08794E4BCB3D}" type="presOf" srcId="{832095B8-1189-4CD0-B57E-7BB4D39FE6C0}" destId="{FD97AB2B-DF1D-44F7-A045-C7F40E62F2C8}" srcOrd="1" destOrd="0" presId="urn:microsoft.com/office/officeart/2005/8/layout/orgChart1"/>
    <dgm:cxn modelId="{EEB3F3DA-2195-4AB1-B26C-0DCF060344D6}" type="presOf" srcId="{832095B8-1189-4CD0-B57E-7BB4D39FE6C0}" destId="{47D21C1C-E298-4CBC-8696-59818BF37370}" srcOrd="0" destOrd="0" presId="urn:microsoft.com/office/officeart/2005/8/layout/orgChart1"/>
    <dgm:cxn modelId="{402C5EE3-8770-411C-9F71-5B05FB34085F}" type="presOf" srcId="{86FC329B-2A5E-41B0-A40A-6DB9192C85C5}" destId="{A781B7D9-1523-4186-9B93-AED2FA9F3A51}" srcOrd="0" destOrd="0" presId="urn:microsoft.com/office/officeart/2005/8/layout/orgChart1"/>
    <dgm:cxn modelId="{9D24D0F1-C620-4750-895F-05FA60D3C622}" type="presOf" srcId="{A3A279CD-F765-42F8-9522-62CA8BFDB48B}" destId="{84632140-422E-455F-9935-870A81A483DE}" srcOrd="0" destOrd="0" presId="urn:microsoft.com/office/officeart/2005/8/layout/orgChart1"/>
    <dgm:cxn modelId="{0FDF08F4-BB30-4C32-81D1-2A10DCBBCA3D}" type="presParOf" srcId="{42CAD63F-1402-43C7-96A2-0107A8033D90}" destId="{1274772A-6E28-4C3C-85BE-25E855D35393}" srcOrd="0" destOrd="0" presId="urn:microsoft.com/office/officeart/2005/8/layout/orgChart1"/>
    <dgm:cxn modelId="{6C8AEA1C-739B-4868-BC8C-1EC945BB8102}" type="presParOf" srcId="{1274772A-6E28-4C3C-85BE-25E855D35393}" destId="{94973412-159A-46A2-BFB2-988729FC67F3}" srcOrd="0" destOrd="0" presId="urn:microsoft.com/office/officeart/2005/8/layout/orgChart1"/>
    <dgm:cxn modelId="{5E827909-BBE0-49DB-9D90-C3251D9D0F92}" type="presParOf" srcId="{94973412-159A-46A2-BFB2-988729FC67F3}" destId="{606B0858-E1A4-4902-96B8-A5D3A5D04C63}" srcOrd="0" destOrd="0" presId="urn:microsoft.com/office/officeart/2005/8/layout/orgChart1"/>
    <dgm:cxn modelId="{42F303F0-BEEA-4024-A40D-1B3F4CF6CD1C}" type="presParOf" srcId="{94973412-159A-46A2-BFB2-988729FC67F3}" destId="{99A46748-3DC5-451F-87BA-B16661AB59DD}" srcOrd="1" destOrd="0" presId="urn:microsoft.com/office/officeart/2005/8/layout/orgChart1"/>
    <dgm:cxn modelId="{A7C9F63A-3B09-41DE-B964-12EC5F746693}" type="presParOf" srcId="{1274772A-6E28-4C3C-85BE-25E855D35393}" destId="{3E13F254-FFFB-49E6-847E-115C3FFAEC60}" srcOrd="1" destOrd="0" presId="urn:microsoft.com/office/officeart/2005/8/layout/orgChart1"/>
    <dgm:cxn modelId="{07ABFCB7-62DF-4934-94F2-761722B36EB8}" type="presParOf" srcId="{3E13F254-FFFB-49E6-847E-115C3FFAEC60}" destId="{AB6FA94B-AC2B-4584-862C-C2EEBACB751E}" srcOrd="0" destOrd="0" presId="urn:microsoft.com/office/officeart/2005/8/layout/orgChart1"/>
    <dgm:cxn modelId="{74495B9C-664E-42B4-9590-8DE0CE62B1A6}" type="presParOf" srcId="{3E13F254-FFFB-49E6-847E-115C3FFAEC60}" destId="{5B320828-BC20-47E9-BDD2-5527709C7B5C}" srcOrd="1" destOrd="0" presId="urn:microsoft.com/office/officeart/2005/8/layout/orgChart1"/>
    <dgm:cxn modelId="{4D684023-18A4-4253-8BE1-0995C8FDFCD6}" type="presParOf" srcId="{5B320828-BC20-47E9-BDD2-5527709C7B5C}" destId="{0855D461-CB87-4382-B4B6-D82FAAB92F07}" srcOrd="0" destOrd="0" presId="urn:microsoft.com/office/officeart/2005/8/layout/orgChart1"/>
    <dgm:cxn modelId="{8E9E49EA-22A1-4585-B17C-579D3ED3C6C2}" type="presParOf" srcId="{0855D461-CB87-4382-B4B6-D82FAAB92F07}" destId="{56D7605A-5095-4C1A-A09C-70C165DE7CE7}" srcOrd="0" destOrd="0" presId="urn:microsoft.com/office/officeart/2005/8/layout/orgChart1"/>
    <dgm:cxn modelId="{898A81FE-1FC5-492D-B3A6-23B240A07929}" type="presParOf" srcId="{0855D461-CB87-4382-B4B6-D82FAAB92F07}" destId="{20A8F6A8-C40B-45DE-B544-5D955D7A4491}" srcOrd="1" destOrd="0" presId="urn:microsoft.com/office/officeart/2005/8/layout/orgChart1"/>
    <dgm:cxn modelId="{22A20415-2C71-4CCA-B658-2F050C26D4D8}" type="presParOf" srcId="{5B320828-BC20-47E9-BDD2-5527709C7B5C}" destId="{8E2DA02A-9C3B-4892-A90F-E50090887D13}" srcOrd="1" destOrd="0" presId="urn:microsoft.com/office/officeart/2005/8/layout/orgChart1"/>
    <dgm:cxn modelId="{63A8A93D-E6F3-4C69-A68C-25BDFAFA6B31}" type="presParOf" srcId="{5B320828-BC20-47E9-BDD2-5527709C7B5C}" destId="{B6A3EBA7-9B22-4F38-ADE0-115EB3DB6228}" srcOrd="2" destOrd="0" presId="urn:microsoft.com/office/officeart/2005/8/layout/orgChart1"/>
    <dgm:cxn modelId="{B1D4AECD-41A3-4389-8A63-AAA4C6C1048B}" type="presParOf" srcId="{3E13F254-FFFB-49E6-847E-115C3FFAEC60}" destId="{84632140-422E-455F-9935-870A81A483DE}" srcOrd="2" destOrd="0" presId="urn:microsoft.com/office/officeart/2005/8/layout/orgChart1"/>
    <dgm:cxn modelId="{416114DC-1C93-4536-9114-61ED55B83189}" type="presParOf" srcId="{3E13F254-FFFB-49E6-847E-115C3FFAEC60}" destId="{0070477E-5689-4370-B988-AC1227811D74}" srcOrd="3" destOrd="0" presId="urn:microsoft.com/office/officeart/2005/8/layout/orgChart1"/>
    <dgm:cxn modelId="{76314DA7-9275-4332-A0B4-EEFF773AE298}" type="presParOf" srcId="{0070477E-5689-4370-B988-AC1227811D74}" destId="{024B5244-36E3-48A2-A642-B9E1DF00BE6A}" srcOrd="0" destOrd="0" presId="urn:microsoft.com/office/officeart/2005/8/layout/orgChart1"/>
    <dgm:cxn modelId="{16A3A012-A614-4F99-9C99-9C3F6BF415FB}" type="presParOf" srcId="{024B5244-36E3-48A2-A642-B9E1DF00BE6A}" destId="{AE56E010-78C9-42AB-8CF1-D523D8730D05}" srcOrd="0" destOrd="0" presId="urn:microsoft.com/office/officeart/2005/8/layout/orgChart1"/>
    <dgm:cxn modelId="{E62B736F-6014-4DB1-AE1E-33B1249BDCCF}" type="presParOf" srcId="{024B5244-36E3-48A2-A642-B9E1DF00BE6A}" destId="{7CC719E5-3EEB-434E-A6AA-0DCA58B71D49}" srcOrd="1" destOrd="0" presId="urn:microsoft.com/office/officeart/2005/8/layout/orgChart1"/>
    <dgm:cxn modelId="{A99A4C60-E014-420D-AB04-41E1F7FBBD19}" type="presParOf" srcId="{0070477E-5689-4370-B988-AC1227811D74}" destId="{DEABAB7F-F447-4711-BCA1-3DB136119BF4}" srcOrd="1" destOrd="0" presId="urn:microsoft.com/office/officeart/2005/8/layout/orgChart1"/>
    <dgm:cxn modelId="{921BD50F-8AAA-4C27-B25D-81204ADF9826}" type="presParOf" srcId="{0070477E-5689-4370-B988-AC1227811D74}" destId="{7A6F4E1B-5B76-43EA-81BA-83ADE419ACA1}" srcOrd="2" destOrd="0" presId="urn:microsoft.com/office/officeart/2005/8/layout/orgChart1"/>
    <dgm:cxn modelId="{7F6296E9-AC20-4B00-86C2-0812D84325D4}" type="presParOf" srcId="{3E13F254-FFFB-49E6-847E-115C3FFAEC60}" destId="{0FE7BE46-71D8-4B58-B4B5-1AED369823BA}" srcOrd="4" destOrd="0" presId="urn:microsoft.com/office/officeart/2005/8/layout/orgChart1"/>
    <dgm:cxn modelId="{ED5F07BB-D970-4DB3-8912-484001D9AFAB}" type="presParOf" srcId="{3E13F254-FFFB-49E6-847E-115C3FFAEC60}" destId="{838082E5-16CB-4AC0-BA19-BB5661F52B4A}" srcOrd="5" destOrd="0" presId="urn:microsoft.com/office/officeart/2005/8/layout/orgChart1"/>
    <dgm:cxn modelId="{6EE5D840-280F-47B1-B834-7310EF63F6AB}" type="presParOf" srcId="{838082E5-16CB-4AC0-BA19-BB5661F52B4A}" destId="{2A8E0201-9AFC-46EB-9564-D9354CA3AF23}" srcOrd="0" destOrd="0" presId="urn:microsoft.com/office/officeart/2005/8/layout/orgChart1"/>
    <dgm:cxn modelId="{9E325AE8-6817-408C-B75B-3131296C4C25}" type="presParOf" srcId="{2A8E0201-9AFC-46EB-9564-D9354CA3AF23}" destId="{47D21C1C-E298-4CBC-8696-59818BF37370}" srcOrd="0" destOrd="0" presId="urn:microsoft.com/office/officeart/2005/8/layout/orgChart1"/>
    <dgm:cxn modelId="{F64A7E3D-2EDB-4A38-A120-3D44ABF99F93}" type="presParOf" srcId="{2A8E0201-9AFC-46EB-9564-D9354CA3AF23}" destId="{FD97AB2B-DF1D-44F7-A045-C7F40E62F2C8}" srcOrd="1" destOrd="0" presId="urn:microsoft.com/office/officeart/2005/8/layout/orgChart1"/>
    <dgm:cxn modelId="{DAAE80BF-9727-4510-A394-EE3A915C085D}" type="presParOf" srcId="{838082E5-16CB-4AC0-BA19-BB5661F52B4A}" destId="{6AE7F438-3B5B-4960-93FA-ED763DEF999D}" srcOrd="1" destOrd="0" presId="urn:microsoft.com/office/officeart/2005/8/layout/orgChart1"/>
    <dgm:cxn modelId="{12A5A4B9-E787-4C63-A98E-561BE4592038}" type="presParOf" srcId="{838082E5-16CB-4AC0-BA19-BB5661F52B4A}" destId="{39152EB4-2E81-4646-9F08-56100F3962CA}" srcOrd="2" destOrd="0" presId="urn:microsoft.com/office/officeart/2005/8/layout/orgChart1"/>
    <dgm:cxn modelId="{C9FAACD5-0A13-4FF2-8D7C-E9ECB1D2AAC2}" type="presParOf" srcId="{1274772A-6E28-4C3C-85BE-25E855D35393}" destId="{2FC0144A-BDE5-490D-BEFD-CF39FC1EA6D0}" srcOrd="2" destOrd="0" presId="urn:microsoft.com/office/officeart/2005/8/layout/orgChart1"/>
    <dgm:cxn modelId="{83D631D1-39F7-4AD2-B4D6-BC5A97972642}" type="presParOf" srcId="{2FC0144A-BDE5-490D-BEFD-CF39FC1EA6D0}" destId="{D7688460-7BD8-4F04-957B-9897579D3088}" srcOrd="0" destOrd="0" presId="urn:microsoft.com/office/officeart/2005/8/layout/orgChart1"/>
    <dgm:cxn modelId="{046A35DD-740B-4051-A5A0-439F630FFB86}" type="presParOf" srcId="{2FC0144A-BDE5-490D-BEFD-CF39FC1EA6D0}" destId="{2218D482-BE5B-4EDE-A133-54F4584D4DF7}" srcOrd="1" destOrd="0" presId="urn:microsoft.com/office/officeart/2005/8/layout/orgChart1"/>
    <dgm:cxn modelId="{99A5E601-47C4-4B00-A6E5-5FC30D453B31}" type="presParOf" srcId="{2218D482-BE5B-4EDE-A133-54F4584D4DF7}" destId="{B0482A27-6488-466A-A1D0-80A7E8CE329F}" srcOrd="0" destOrd="0" presId="urn:microsoft.com/office/officeart/2005/8/layout/orgChart1"/>
    <dgm:cxn modelId="{D3241978-D436-4698-A925-500336201F7D}" type="presParOf" srcId="{B0482A27-6488-466A-A1D0-80A7E8CE329F}" destId="{A781B7D9-1523-4186-9B93-AED2FA9F3A51}" srcOrd="0" destOrd="0" presId="urn:microsoft.com/office/officeart/2005/8/layout/orgChart1"/>
    <dgm:cxn modelId="{3B3D00DB-C212-45D5-85CC-241E149334AF}" type="presParOf" srcId="{B0482A27-6488-466A-A1D0-80A7E8CE329F}" destId="{2F591479-0B9A-4153-80A4-8E26CDB43D89}" srcOrd="1" destOrd="0" presId="urn:microsoft.com/office/officeart/2005/8/layout/orgChart1"/>
    <dgm:cxn modelId="{E9F94DBB-60B9-4FC2-916E-21168364D749}" type="presParOf" srcId="{2218D482-BE5B-4EDE-A133-54F4584D4DF7}" destId="{42958BB0-8BC1-4FE4-B092-152BF066A64B}" srcOrd="1" destOrd="0" presId="urn:microsoft.com/office/officeart/2005/8/layout/orgChart1"/>
    <dgm:cxn modelId="{3856D2B7-0F19-43A3-B2F7-8F45027460B3}" type="presParOf" srcId="{2218D482-BE5B-4EDE-A133-54F4584D4DF7}" destId="{54967CE2-40D9-4F11-B9BC-5154BCB33DA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E9D47-B318-42EF-9F8C-15A594C2F883}">
      <dsp:nvSpPr>
        <dsp:cNvPr id="0" name=""/>
        <dsp:cNvSpPr/>
      </dsp:nvSpPr>
      <dsp:spPr>
        <a:xfrm>
          <a:off x="0" y="493585"/>
          <a:ext cx="435554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E0E09-4248-49C5-89B7-F7F6666777C0}">
      <dsp:nvSpPr>
        <dsp:cNvPr id="0" name=""/>
        <dsp:cNvSpPr/>
      </dsp:nvSpPr>
      <dsp:spPr>
        <a:xfrm>
          <a:off x="217777" y="20076"/>
          <a:ext cx="3048883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241" tIns="0" rIns="11524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CODING</a:t>
          </a:r>
          <a:endParaRPr lang="en-ID" sz="2400" kern="1200" dirty="0"/>
        </a:p>
      </dsp:txBody>
      <dsp:txXfrm>
        <a:off x="252362" y="54661"/>
        <a:ext cx="2979713" cy="639310"/>
      </dsp:txXfrm>
    </dsp:sp>
    <dsp:sp modelId="{BE111DB6-FDE3-47A2-9CB0-1CA72E6840CF}">
      <dsp:nvSpPr>
        <dsp:cNvPr id="0" name=""/>
        <dsp:cNvSpPr/>
      </dsp:nvSpPr>
      <dsp:spPr>
        <a:xfrm>
          <a:off x="0" y="1462956"/>
          <a:ext cx="435554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FF260-1833-4D58-824C-EC0F6B02CD0F}">
      <dsp:nvSpPr>
        <dsp:cNvPr id="0" name=""/>
        <dsp:cNvSpPr/>
      </dsp:nvSpPr>
      <dsp:spPr>
        <a:xfrm>
          <a:off x="191273" y="1068956"/>
          <a:ext cx="3048883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241" tIns="0" rIns="11524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WORD</a:t>
          </a:r>
          <a:endParaRPr lang="en-ID" sz="2400" kern="1200" dirty="0"/>
        </a:p>
      </dsp:txBody>
      <dsp:txXfrm>
        <a:off x="225858" y="1103541"/>
        <a:ext cx="2979713" cy="639310"/>
      </dsp:txXfrm>
    </dsp:sp>
    <dsp:sp modelId="{EDAD43E5-6D97-47CF-8304-E202388794C8}">
      <dsp:nvSpPr>
        <dsp:cNvPr id="0" name=""/>
        <dsp:cNvSpPr/>
      </dsp:nvSpPr>
      <dsp:spPr>
        <a:xfrm>
          <a:off x="0" y="2551596"/>
          <a:ext cx="4355548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551CD-B148-49A4-821D-92E6F443CB76}">
      <dsp:nvSpPr>
        <dsp:cNvPr id="0" name=""/>
        <dsp:cNvSpPr/>
      </dsp:nvSpPr>
      <dsp:spPr>
        <a:xfrm>
          <a:off x="217777" y="2197356"/>
          <a:ext cx="3048883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241" tIns="0" rIns="11524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PPT</a:t>
          </a:r>
          <a:endParaRPr lang="en-ID" sz="2400" kern="1200" dirty="0"/>
        </a:p>
      </dsp:txBody>
      <dsp:txXfrm>
        <a:off x="252362" y="2231941"/>
        <a:ext cx="2979713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E39B-3DA4-46C3-B046-BDCD6C62CA71}">
      <dsp:nvSpPr>
        <dsp:cNvPr id="0" name=""/>
        <dsp:cNvSpPr/>
      </dsp:nvSpPr>
      <dsp:spPr>
        <a:xfrm>
          <a:off x="225825" y="0"/>
          <a:ext cx="3391481" cy="4196889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94AB7-11C1-43E6-9741-3A2236F04042}">
      <dsp:nvSpPr>
        <dsp:cNvPr id="0" name=""/>
        <dsp:cNvSpPr/>
      </dsp:nvSpPr>
      <dsp:spPr>
        <a:xfrm>
          <a:off x="4128" y="1259066"/>
          <a:ext cx="1237008" cy="16787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dirty="0" err="1">
              <a:solidFill>
                <a:schemeClr val="tx1"/>
              </a:solidFill>
            </a:rPr>
            <a:t>Registrasi</a:t>
          </a:r>
          <a:r>
            <a:rPr lang="en-US" sz="1900" b="0" kern="1200" dirty="0">
              <a:solidFill>
                <a:schemeClr val="tx1"/>
              </a:solidFill>
            </a:rPr>
            <a:t> </a:t>
          </a:r>
          <a:r>
            <a:rPr lang="en-US" sz="1900" b="0" kern="1200" dirty="0" err="1">
              <a:solidFill>
                <a:schemeClr val="tx1"/>
              </a:solidFill>
            </a:rPr>
            <a:t>aplikasi</a:t>
          </a:r>
          <a:endParaRPr lang="en-ID" sz="1900" b="0" kern="1200" dirty="0">
            <a:solidFill>
              <a:schemeClr val="tx1"/>
            </a:solidFill>
          </a:endParaRPr>
        </a:p>
      </dsp:txBody>
      <dsp:txXfrm>
        <a:off x="64514" y="1319452"/>
        <a:ext cx="1116236" cy="1557983"/>
      </dsp:txXfrm>
    </dsp:sp>
    <dsp:sp modelId="{ED1E4933-4542-43D8-ADA4-C9F04440D77A}">
      <dsp:nvSpPr>
        <dsp:cNvPr id="0" name=""/>
        <dsp:cNvSpPr/>
      </dsp:nvSpPr>
      <dsp:spPr>
        <a:xfrm>
          <a:off x="1303061" y="1259066"/>
          <a:ext cx="1237008" cy="16787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Isi Form Student</a:t>
          </a:r>
          <a:endParaRPr lang="en-ID" sz="1900" kern="1200" dirty="0">
            <a:solidFill>
              <a:schemeClr val="tx1"/>
            </a:solidFill>
          </a:endParaRPr>
        </a:p>
      </dsp:txBody>
      <dsp:txXfrm>
        <a:off x="1363447" y="1319452"/>
        <a:ext cx="1116236" cy="1557983"/>
      </dsp:txXfrm>
    </dsp:sp>
    <dsp:sp modelId="{C383F983-5E89-4282-A684-B901AB313C09}">
      <dsp:nvSpPr>
        <dsp:cNvPr id="0" name=""/>
        <dsp:cNvSpPr/>
      </dsp:nvSpPr>
      <dsp:spPr>
        <a:xfrm>
          <a:off x="2601995" y="1259066"/>
          <a:ext cx="1237008" cy="16787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Email </a:t>
          </a:r>
          <a:r>
            <a:rPr lang="en-US" sz="1900" kern="1200" dirty="0" err="1">
              <a:solidFill>
                <a:schemeClr val="tx1"/>
              </a:solidFill>
            </a:rPr>
            <a:t>Registrasi</a:t>
          </a:r>
          <a:endParaRPr lang="en-ID" sz="1900" kern="1200" dirty="0">
            <a:solidFill>
              <a:schemeClr val="tx1"/>
            </a:solidFill>
          </a:endParaRPr>
        </a:p>
      </dsp:txBody>
      <dsp:txXfrm>
        <a:off x="2662381" y="1319452"/>
        <a:ext cx="1116236" cy="15579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688460-7BD8-4F04-957B-9897579D3088}">
      <dsp:nvSpPr>
        <dsp:cNvPr id="0" name=""/>
        <dsp:cNvSpPr/>
      </dsp:nvSpPr>
      <dsp:spPr>
        <a:xfrm>
          <a:off x="1455310" y="649694"/>
          <a:ext cx="95193" cy="415080"/>
        </a:xfrm>
        <a:custGeom>
          <a:avLst/>
          <a:gdLst/>
          <a:ahLst/>
          <a:cxnLst/>
          <a:rect l="0" t="0" r="0" b="0"/>
          <a:pathLst>
            <a:path>
              <a:moveTo>
                <a:pt x="95193" y="0"/>
              </a:moveTo>
              <a:lnTo>
                <a:pt x="95193" y="415080"/>
              </a:lnTo>
              <a:lnTo>
                <a:pt x="0" y="41508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7BE46-71D8-4B58-B4B5-1AED369823BA}">
      <dsp:nvSpPr>
        <dsp:cNvPr id="0" name=""/>
        <dsp:cNvSpPr/>
      </dsp:nvSpPr>
      <dsp:spPr>
        <a:xfrm>
          <a:off x="1550503" y="649694"/>
          <a:ext cx="1096992" cy="832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6925"/>
              </a:lnTo>
              <a:lnTo>
                <a:pt x="1096992" y="736925"/>
              </a:lnTo>
              <a:lnTo>
                <a:pt x="1096992" y="83211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632140-422E-455F-9935-870A81A483DE}">
      <dsp:nvSpPr>
        <dsp:cNvPr id="0" name=""/>
        <dsp:cNvSpPr/>
      </dsp:nvSpPr>
      <dsp:spPr>
        <a:xfrm>
          <a:off x="1504783" y="649694"/>
          <a:ext cx="91440" cy="8321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3211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6FA94B-AC2B-4584-862C-C2EEBACB751E}">
      <dsp:nvSpPr>
        <dsp:cNvPr id="0" name=""/>
        <dsp:cNvSpPr/>
      </dsp:nvSpPr>
      <dsp:spPr>
        <a:xfrm>
          <a:off x="453511" y="649694"/>
          <a:ext cx="1096992" cy="832119"/>
        </a:xfrm>
        <a:custGeom>
          <a:avLst/>
          <a:gdLst/>
          <a:ahLst/>
          <a:cxnLst/>
          <a:rect l="0" t="0" r="0" b="0"/>
          <a:pathLst>
            <a:path>
              <a:moveTo>
                <a:pt x="1096992" y="0"/>
              </a:moveTo>
              <a:lnTo>
                <a:pt x="1096992" y="736925"/>
              </a:lnTo>
              <a:lnTo>
                <a:pt x="0" y="736925"/>
              </a:lnTo>
              <a:lnTo>
                <a:pt x="0" y="83211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6B0858-E1A4-4902-96B8-A5D3A5D04C63}">
      <dsp:nvSpPr>
        <dsp:cNvPr id="0" name=""/>
        <dsp:cNvSpPr/>
      </dsp:nvSpPr>
      <dsp:spPr>
        <a:xfrm>
          <a:off x="1097201" y="196391"/>
          <a:ext cx="906605" cy="4533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>
                  <a:lumMod val="95000"/>
                  <a:lumOff val="5000"/>
                </a:schemeClr>
              </a:solidFill>
            </a:rPr>
            <a:t>Mr. Andi</a:t>
          </a:r>
          <a:endParaRPr lang="en-ID" sz="15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097201" y="196391"/>
        <a:ext cx="906605" cy="453302"/>
      </dsp:txXfrm>
    </dsp:sp>
    <dsp:sp modelId="{56D7605A-5095-4C1A-A09C-70C165DE7CE7}">
      <dsp:nvSpPr>
        <dsp:cNvPr id="0" name=""/>
        <dsp:cNvSpPr/>
      </dsp:nvSpPr>
      <dsp:spPr>
        <a:xfrm>
          <a:off x="208" y="1481813"/>
          <a:ext cx="906605" cy="4533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Mr. Barry</a:t>
          </a:r>
          <a:endParaRPr lang="en-ID" sz="1500" kern="1200" dirty="0">
            <a:solidFill>
              <a:schemeClr val="tx1"/>
            </a:solidFill>
          </a:endParaRPr>
        </a:p>
      </dsp:txBody>
      <dsp:txXfrm>
        <a:off x="208" y="1481813"/>
        <a:ext cx="906605" cy="453302"/>
      </dsp:txXfrm>
    </dsp:sp>
    <dsp:sp modelId="{AE56E010-78C9-42AB-8CF1-D523D8730D05}">
      <dsp:nvSpPr>
        <dsp:cNvPr id="0" name=""/>
        <dsp:cNvSpPr/>
      </dsp:nvSpPr>
      <dsp:spPr>
        <a:xfrm>
          <a:off x="1097201" y="1481813"/>
          <a:ext cx="906605" cy="4533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Mr. </a:t>
          </a:r>
          <a:r>
            <a:rPr lang="en-US" sz="1500" kern="1200" dirty="0" err="1">
              <a:solidFill>
                <a:schemeClr val="tx1"/>
              </a:solidFill>
            </a:rPr>
            <a:t>Kartono</a:t>
          </a:r>
          <a:endParaRPr lang="en-ID" sz="1500" kern="1200" dirty="0">
            <a:solidFill>
              <a:schemeClr val="tx1"/>
            </a:solidFill>
          </a:endParaRPr>
        </a:p>
      </dsp:txBody>
      <dsp:txXfrm>
        <a:off x="1097201" y="1481813"/>
        <a:ext cx="906605" cy="453302"/>
      </dsp:txXfrm>
    </dsp:sp>
    <dsp:sp modelId="{47D21C1C-E298-4CBC-8696-59818BF37370}">
      <dsp:nvSpPr>
        <dsp:cNvPr id="0" name=""/>
        <dsp:cNvSpPr/>
      </dsp:nvSpPr>
      <dsp:spPr>
        <a:xfrm>
          <a:off x="2194194" y="1481813"/>
          <a:ext cx="906605" cy="4533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Mrs. </a:t>
          </a:r>
          <a:r>
            <a:rPr lang="en-US" sz="1500" kern="1200" dirty="0" err="1">
              <a:solidFill>
                <a:schemeClr val="tx1"/>
              </a:solidFill>
            </a:rPr>
            <a:t>Siska</a:t>
          </a:r>
          <a:endParaRPr lang="en-ID" sz="1500" kern="1200" dirty="0">
            <a:solidFill>
              <a:schemeClr val="tx1"/>
            </a:solidFill>
          </a:endParaRPr>
        </a:p>
      </dsp:txBody>
      <dsp:txXfrm>
        <a:off x="2194194" y="1481813"/>
        <a:ext cx="906605" cy="453302"/>
      </dsp:txXfrm>
    </dsp:sp>
    <dsp:sp modelId="{A781B7D9-1523-4186-9B93-AED2FA9F3A51}">
      <dsp:nvSpPr>
        <dsp:cNvPr id="0" name=""/>
        <dsp:cNvSpPr/>
      </dsp:nvSpPr>
      <dsp:spPr>
        <a:xfrm>
          <a:off x="548704" y="838123"/>
          <a:ext cx="906605" cy="45330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Mrs. Andi</a:t>
          </a:r>
          <a:endParaRPr lang="en-ID" sz="1500" kern="1200" dirty="0">
            <a:solidFill>
              <a:schemeClr val="tx1"/>
            </a:solidFill>
          </a:endParaRPr>
        </a:p>
      </dsp:txBody>
      <dsp:txXfrm>
        <a:off x="548704" y="838123"/>
        <a:ext cx="906605" cy="45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7E59-ECA1-4DD6-BD4F-6474FB083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E34D4-37A2-492F-8FB3-06F3B77C5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E0F9-0A2C-4892-9556-71304E4D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9378A-4ECC-4B95-AFA4-0939E9CB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6DD5-5A49-49CB-8896-E039D930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386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A8D9-4953-4564-A98A-7CD27327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777E3-D0CB-4E67-A292-DEA5498E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45C5-CA0E-4F23-8FD4-2967A413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901D2-5AD4-4C8A-9F04-DE0C7AF8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BCE1-BF81-4A7E-B152-FF1E6047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99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7558-B784-428D-BBFF-CB14918B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45497-06E8-4D9B-AEDA-47EEBE514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25538-E5D7-4801-A139-01EBECE5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16D57-381B-4287-B68D-09F30196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A881B-35AC-4313-895A-68CF1B65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9185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1F7C-9147-4ADD-B19B-D7CE68E5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9C630-EB3B-44B5-95CA-C4032C0AE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E84D4-5BEF-488A-A22A-3A7EE9A67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AD040-9BCD-46C3-B845-12F6FBD1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AFF05-44AD-4DA8-9F71-D12B87ED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754A5-06DA-4013-9E05-E42051AC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53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ADD2-B9C9-464B-AC6D-26499B3F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5E9BB-BF51-4FDF-B8F4-5E38CB67A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A1D7B-DD62-4A63-9AFE-59D6BBC76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B56B0-2F29-468C-9735-4A1708115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AE6D1-1DF0-42C6-AE41-3D85BAD2C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F76AE1-10E4-4E55-B6B9-8145EBA5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48F11-35F8-4BF3-90D8-9DDB3120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AF3827-C489-4872-86D3-62290EB8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187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455C-0B07-403C-B83C-C31F6EB7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95DA4-5B3A-45E4-8449-5462B7F7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E91D0-027C-4C7E-BBBA-62FC10A9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CD34E-22A0-46D4-A69F-A00BE2F5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133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EA7AC-5ED0-4896-964B-896AD7DC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F1456-BA75-4035-A443-7E397CD9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6B45-0CE7-4577-80DD-3C992C24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853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B46A-D227-44D7-B2DF-7E81E37F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43D2C-0336-4965-9875-9A9EE058D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810DA-E19B-4B88-89A0-94AD3CA88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C8A37-EAED-4547-A5BF-37FEF8CD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F3029-0B30-4F9C-A5AE-B85529BB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5B004-FD8A-4C66-B08F-E951D61B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776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9ADA-114B-4CBC-977E-B54CDD36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15313C-C011-4593-97CB-EDD53F1FC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9B03E-AA9C-402C-BC87-344197D3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04A5A-2A9A-417D-BDCD-D68C38BF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83552-8529-4281-85A5-B643F21A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F87E2-6EF4-4066-80AA-08A3827B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193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3D88-0A7C-440E-86AC-D55365B0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D741C-9F47-4F70-B96F-99199C1AA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11CF-CF1B-473E-B32F-E18D2641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AB359-7CAF-423E-AD86-3A838E6E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B8F27-4B9C-431D-AA26-6B6E4009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702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0A32B-E70A-4369-A40B-2A2457539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AA666-60DE-4015-A643-240BB14A5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5E19A-11CE-4DF0-976D-04EFB473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84A9-E9BC-4489-AACF-3A424023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E7F25-1829-4A98-B697-93F25E21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306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C0BE5E-47D5-444F-B9C4-00276132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F8855-5DC8-4D46-8C47-C1A66AB39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D506F-7FE9-4768-BD15-B124ED45E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F934D-1BC8-4A6C-AA59-F458B2CCCE05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D9DD8-8DE9-4EC7-AB07-D54D2CC52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C01EC-D8C6-488B-84FD-C68D7124C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1B76F-BC5C-431C-8824-A0703D2C4A3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329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D5AB-B6AC-4661-99D2-49E76CD5B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01F2F-E325-4079-AA35-5AF53A2F11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306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4403E1-886A-4E69-A695-CE68D9872A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4582054"/>
              </p:ext>
            </p:extLst>
          </p:nvPr>
        </p:nvGraphicFramePr>
        <p:xfrm>
          <a:off x="508001" y="3537043"/>
          <a:ext cx="4355548" cy="3176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AE3B596-CE45-4FAD-BFFF-D01BADBB56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7606996"/>
              </p:ext>
            </p:extLst>
          </p:nvPr>
        </p:nvGraphicFramePr>
        <p:xfrm>
          <a:off x="4174434" y="144485"/>
          <a:ext cx="3843132" cy="4196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5FDAE7-68C6-47E8-A392-F583372581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1382773"/>
              </p:ext>
            </p:extLst>
          </p:nvPr>
        </p:nvGraphicFramePr>
        <p:xfrm>
          <a:off x="8582991" y="985999"/>
          <a:ext cx="3101008" cy="2129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3315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2026-03-24T10:18:19Z</dcterms:created>
  <dcterms:modified xsi:type="dcterms:W3CDTF">2026-03-24T10:18:38Z</dcterms:modified>
</cp:coreProperties>
</file>