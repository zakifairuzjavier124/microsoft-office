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8BB2-5815-482A-97A5-338CA2E4E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88CBA-AD95-494F-8596-D23A4E534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F48F8-470B-483B-A2AB-9EB53F22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2DA1D-034E-4F1C-9287-697D917A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87ABA-A4CD-491A-BC71-1A813E4E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49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E1F9-B479-4CD7-998C-ED72D6EE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22E7-7579-4C88-BA33-D2DC49A35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5A329-B040-4968-BC9A-C0D54E14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BC27D-BEB6-47CE-B37B-2540CB8B6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85C1-9E5D-4D15-80DB-4037E38D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27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157C-CD0A-4EE4-9957-617F0486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C6FFE-8B43-49C6-8870-924848463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C8795-0471-4C1A-8E5E-57A6F490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FEA3B-970F-43AF-9539-F8515FDB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7211B-1FA6-415F-B527-019653C0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17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2AD1-38B1-4BB0-94A3-F3349537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9E24E-C314-407D-AA78-AA40C4A5D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A8DE2-985D-4BBB-8D90-57C877761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669E-F20B-4373-A1B5-6DB2ABA6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B5350-ED96-4D1B-B9C3-F22AFF5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D4AC1-CF7C-4285-8FD4-8106788D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182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D5BB-57B4-4FAA-AAD4-398B595A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E41E3-867F-4EAF-BBDE-9F7F09BA3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BAF13-BA2E-48D1-861C-CC3ED3B4A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C2213-8261-41AC-B14C-1961C8C10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F25EC-93E9-44E5-88E8-2C52F33BA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87C55-1EE0-4FE7-AF83-6E04DB7C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2B49C-11BE-4686-8C93-7FC76E91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6E31D-94FA-462F-9AF7-47B220D35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3496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11DE-DD91-4D16-93BD-443842AD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12E5A-E5E1-4085-935F-F6EE8B88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C0110-92E5-42B2-A07E-6BD0F685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728D0-C41C-4064-9BB1-1C535CDD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790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62547-EDCE-4FA7-8439-D495A5D5B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41EE5-0C0F-4047-9C19-0A54D97F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C84DD-A0AF-471F-BECE-6E9DC158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10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5AFC-43CE-4A4A-9AA1-714A2379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F893B-592C-4278-A8CE-E386693C1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D4F2F-63DD-4412-A36F-D79D39DF7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02747-7F68-4F46-A425-62DAA342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02117-E009-4656-AD8B-DBD1C201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4B571-8938-42E5-AFD6-2E9E635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3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A2C7-22DB-434A-A6E5-467839CB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F141B-CEB2-4844-AB3C-CE56C1365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9D054-EB59-4B14-B553-FE7C698F5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4B813-65AA-43AF-855A-86862630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3926D-476F-40F5-BBBC-D55D9763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71E4E-B0DF-47CA-B895-541D07DC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152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B732-0668-4223-A0B4-3D988E0F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F62AF-1C1C-402A-BC5D-EE30E46CD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AB7F2-8649-40A6-9F22-6EBD8A7B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35B2A-CBF2-4332-88EE-B567F3B53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1AD46-040E-4772-9375-5245BB59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391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CF0AE-0746-416F-A233-268C4A765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58662-4175-4BA4-A977-154548750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D4D81-CAF3-491C-A292-204912B3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29F3-2572-4CE5-83DC-3ABCB91C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C9F8A-CA05-4C30-826A-93DF00F4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73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99172-9AA0-421C-AE79-88F43513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2089A-4FF0-4866-BC62-4A2D147B7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0EE94-A1D3-49FB-88B8-9E82F2A1C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643AD-DBA6-4A5A-8E87-1475ACB0D03C}" type="datetimeFigureOut">
              <a:rPr lang="en-ID" smtClean="0"/>
              <a:t>24/03/2026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8B2ED-F02F-4EAF-9527-5CA838D02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8A4C7-7403-4BE8-B887-1630F32AD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953F2-7B89-4E67-8F01-FF1644D0CF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06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57F1B-93FD-4D9E-B204-DCABC96DA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D0B4C-5EF0-4F5D-B656-2AA74A305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458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rt 1">
            <a:extLst>
              <a:ext uri="{FF2B5EF4-FFF2-40B4-BE49-F238E27FC236}">
                <a16:creationId xmlns:a16="http://schemas.microsoft.com/office/drawing/2014/main" id="{12543993-58A3-44AC-94C4-DDE5B4453A29}"/>
              </a:ext>
            </a:extLst>
          </p:cNvPr>
          <p:cNvSpPr/>
          <p:nvPr/>
        </p:nvSpPr>
        <p:spPr>
          <a:xfrm>
            <a:off x="1510748" y="1762539"/>
            <a:ext cx="3737113" cy="3233531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53A64ECF-5806-4A0F-B370-426CC0644BAA}"/>
              </a:ext>
            </a:extLst>
          </p:cNvPr>
          <p:cNvSpPr/>
          <p:nvPr/>
        </p:nvSpPr>
        <p:spPr>
          <a:xfrm>
            <a:off x="6586331" y="1659835"/>
            <a:ext cx="3445565" cy="353833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344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2026-03-24T07:32:54Z</dcterms:created>
  <dcterms:modified xsi:type="dcterms:W3CDTF">2026-03-24T07:55:29Z</dcterms:modified>
</cp:coreProperties>
</file>