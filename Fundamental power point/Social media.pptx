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6F74-F6EA-448A-8706-5EFC8AC08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027F3-9835-47C3-815C-2BE89AB3CF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EFE99-1688-4376-A92C-EB00E2F9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7174D-86D2-466B-AD9F-69FC60EAA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3221C-0119-40FA-8515-1AEB5D78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086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EDC0-27B2-497B-B0D9-86CC00F3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5195D-F8DC-4FA6-A31F-01E8797FE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D17C2-7AF3-44A2-B9F6-4A265BAA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07E9E-2578-4BE4-9A91-5A850324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0BC5E-1893-47AD-BEBC-B3F6E51D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000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BE03-DCEB-4381-8E03-C55C3576D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09281-5384-4739-8565-2123BC8B8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F9E94-F587-46BE-BCDC-DA3DC441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13115-4496-41BC-B8B5-048385F09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F6F92-BB24-4E3F-9C58-17474AF1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59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B0252-2EA6-4A15-B26D-99280B05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27373-612F-4DFB-B442-C799430B7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DC693-5AAC-40C9-A487-7FC416B3F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6486A-49B1-4DC0-ADCE-C234AF59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4B56-BD13-4CD5-BEF8-83EA067F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13507-B7B1-4335-B717-659CC5E0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7140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3E179-ACCE-4DE9-996B-CA1AECB9C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8DCCD-1322-4CF4-80E4-1424B6FD1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D7989-3412-4036-87C3-360E27DA2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9BE6A-A239-4E2D-A6E3-3A676A11B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43FB9-4447-4178-93EF-6B6024161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73D693-36EB-488C-946A-2F576B59A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B2B52A-F50D-434B-B5A1-E04B56CD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AC6E0F-854E-42B5-8A90-9C6C4305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1013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CB9B3-FF1E-4371-AABD-21D46C26F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AFB14E-0C80-44B5-9C63-FB096724F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5ADE9-A96F-420F-94E2-A4D71AAE0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1FB89-35F7-462D-81CF-F7C396AFC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039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30433-FEE1-4C2A-B3F3-CCDBF4E45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490AF-80AC-4B0C-99A6-A9BFE7CBB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F12E8-A6D4-4AA3-B878-5114FA2E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4965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DF53B-DFE0-4F4B-9288-8524D3D05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61BAD-101E-49A7-B138-D9C596519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AA1F2-433F-4160-B3A1-8AA0F65AB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8C8D3-C690-431A-8698-7A0C211B6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C5345-9869-4285-84F0-FA25B2FA4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17CA9-2F69-4369-9A37-600E0726F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58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4D4EC-F137-47E4-8A34-3CC8E778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206AD3-7431-423A-B3C9-98EA83529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BD9E2-1191-4C01-8987-96639FC57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81106-FB0B-47BD-B191-D8C2E0A8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69DC6-7B04-4B26-8410-6D20A97C1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F7100-418B-46B6-B6FB-40DB8DEF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754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C6C40-CEC4-4400-AF89-472F099E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8923-84DC-4657-9F27-830C36735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74C1A-18A0-480A-B647-5BAB9065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546BC-C53F-405E-94DE-85E8C400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0589C-FFF3-4DD7-82DA-2215F68A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9714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4A9B5-95B9-49CC-B939-35850880AD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7CCE1-62CF-440A-9A0D-BC11267C9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B3021-3312-4F7D-B9E7-B391FBE93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52028-D8BF-4EE3-BF8C-5D092691F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B8B2D-DAB4-406B-BA50-8143C6CE6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440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BF86E-C0FF-42AF-8EB0-592F0D582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4CC26-954C-411A-8E6D-540B2AFAD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E7892-22A0-4CAC-B2D5-A7CC7645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C74DA-B05B-4AE4-B915-E977030E91F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E4227-17BD-41D3-91B8-703E9FFDF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20FE6-91D2-4A94-B992-5DF2A105D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E6FCD-262E-4BD6-B9A0-DC18EC5098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333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C1BA1-693F-497B-AE01-4A2DD11EC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D9C5C-4D63-472D-9E8C-073506464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C633-4A3E-41D5-BD5B-289A4227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57200"/>
            <a:ext cx="3932237" cy="1600200"/>
          </a:xfrm>
        </p:spPr>
        <p:txBody>
          <a:bodyPr/>
          <a:lstStyle/>
          <a:p>
            <a:r>
              <a:rPr lang="en-US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hnschrift" panose="020B0502040204020203" pitchFamily="34" charset="0"/>
              </a:rPr>
              <a:t>Dapatkan</a:t>
            </a: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hnschrift" panose="020B0502040204020203" pitchFamily="34" charset="0"/>
              </a:rPr>
              <a:t> 1 Juta Reach </a:t>
            </a:r>
            <a:b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hnschrift" panose="020B0502040204020203" pitchFamily="34" charset="0"/>
              </a:rPr>
            </a:b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hnschrift" panose="020B0502040204020203" pitchFamily="34" charset="0"/>
              </a:rPr>
              <a:t>Dari reals</a:t>
            </a:r>
            <a:endParaRPr lang="en-ID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3A859-58F7-4725-9A91-0CE6479B8650}"/>
              </a:ext>
            </a:extLst>
          </p:cNvPr>
          <p:cNvSpPr>
            <a:spLocks noGrp="1"/>
          </p:cNvSpPr>
          <p:nvPr>
            <p:ph idx="1"/>
          </p:nvPr>
        </p:nvSpPr>
        <p:spPr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B3458-D511-4AF1-8C66-7EDFD3D556A4}"/>
              </a:ext>
            </a:extLst>
          </p:cNvPr>
          <p:cNvSpPr txBox="1"/>
          <p:nvPr/>
        </p:nvSpPr>
        <p:spPr>
          <a:xfrm>
            <a:off x="925707" y="2208627"/>
            <a:ext cx="2767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Selamat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tinggal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Ngiklan</a:t>
            </a:r>
            <a:r>
              <a:rPr lang="en-US" dirty="0">
                <a:solidFill>
                  <a:schemeClr val="bg1"/>
                </a:solidFill>
              </a:rPr>
              <a:t> AJA</a:t>
            </a:r>
            <a:endParaRPr lang="en-ID" dirty="0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C32A3B-2838-45D7-8E3B-573AB605DDBD}"/>
              </a:ext>
            </a:extLst>
          </p:cNvPr>
          <p:cNvCxnSpPr>
            <a:stCxn id="7" idx="3"/>
          </p:cNvCxnSpPr>
          <p:nvPr/>
        </p:nvCxnSpPr>
        <p:spPr>
          <a:xfrm>
            <a:off x="3693516" y="2393293"/>
            <a:ext cx="61119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557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Bahnschrift</vt:lpstr>
      <vt:lpstr>Calibri</vt:lpstr>
      <vt:lpstr>Calibri Light</vt:lpstr>
      <vt:lpstr>Office Theme</vt:lpstr>
      <vt:lpstr>PowerPoint Presentation</vt:lpstr>
      <vt:lpstr>Dapatkan 1 Juta Reach  Dari reals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2026-03-24T12:49:25Z</dcterms:created>
  <dcterms:modified xsi:type="dcterms:W3CDTF">2026-03-24T12:49:34Z</dcterms:modified>
</cp:coreProperties>
</file>