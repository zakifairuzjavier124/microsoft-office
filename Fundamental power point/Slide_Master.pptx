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D2941-0FC1-4E9A-8DB4-A58EDE80D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 err="1"/>
              <a:t>Presentasi</a:t>
            </a:r>
            <a:r>
              <a:rPr lang="en-US" dirty="0"/>
              <a:t> </a:t>
            </a:r>
            <a:r>
              <a:rPr lang="en-US" dirty="0" err="1"/>
              <a:t>Bisnis</a:t>
            </a:r>
            <a:r>
              <a:rPr lang="en-US" dirty="0"/>
              <a:t> </a:t>
            </a:r>
            <a:r>
              <a:rPr lang="en-US" dirty="0" err="1"/>
              <a:t>Belajar</a:t>
            </a:r>
            <a:r>
              <a:rPr lang="en-US" dirty="0"/>
              <a:t> Online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F75F8-B8F1-4ECE-B98C-398299673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1B2E94-5E64-4D12-844B-8CADB97E1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E984E-0289-401A-AC3C-F1E2D22E532E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15077-8139-445A-8650-440AD9577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6F2C5-2DDD-41E1-B783-1242CADDC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B275F-3198-4076-A232-D67075B772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17231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5FBAE-1144-4401-A45B-6F3390626DE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en-US" dirty="0" err="1"/>
              <a:t>Pembelajaran</a:t>
            </a:r>
            <a:r>
              <a:rPr lang="en-US" dirty="0"/>
              <a:t> Online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4DFC07-B51C-4F3D-B1FE-40DD647A1CE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E-Learning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1E862-3B12-4111-95D2-36E5B1857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E984E-0289-401A-AC3C-F1E2D22E532E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86E09E-F833-4BA2-9651-4EFF99A1E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0B54B-36B0-4844-BB1F-F7B1266C6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B275F-3198-4076-A232-D67075B77299}" type="slidenum">
              <a:rPr lang="en-ID" smtClean="0"/>
              <a:t>‹#›</a:t>
            </a:fld>
            <a:endParaRPr lang="en-ID"/>
          </a:p>
        </p:txBody>
      </p:sp>
      <p:pic>
        <p:nvPicPr>
          <p:cNvPr id="1028" name="Picture 4" descr="komputer laptop yang duduk di atas meja kayu">
            <a:extLst>
              <a:ext uri="{FF2B5EF4-FFF2-40B4-BE49-F238E27FC236}">
                <a16:creationId xmlns:a16="http://schemas.microsoft.com/office/drawing/2014/main" id="{1D49EBEA-608D-4F90-9A14-1BAD75D313D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3665016"/>
            <a:ext cx="2294709" cy="1529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miley Face 6">
            <a:extLst>
              <a:ext uri="{FF2B5EF4-FFF2-40B4-BE49-F238E27FC236}">
                <a16:creationId xmlns:a16="http://schemas.microsoft.com/office/drawing/2014/main" id="{1B9BD764-F7F6-4292-9A10-91C290F1A8B3}"/>
              </a:ext>
            </a:extLst>
          </p:cNvPr>
          <p:cNvSpPr/>
          <p:nvPr userDrawn="1"/>
        </p:nvSpPr>
        <p:spPr>
          <a:xfrm>
            <a:off x="444137" y="235131"/>
            <a:ext cx="1201783" cy="1201783"/>
          </a:xfrm>
          <a:prstGeom prst="smileyFac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41293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F4B27-6FE7-424F-9725-0FA17132ED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algn="l">
              <a:defRPr sz="6000" b="1"/>
            </a:lvl1pPr>
          </a:lstStyle>
          <a:p>
            <a:r>
              <a:rPr lang="en-US" dirty="0" err="1"/>
              <a:t>Pembelajaran</a:t>
            </a:r>
            <a:r>
              <a:rPr lang="en-US" dirty="0"/>
              <a:t> Online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BE27B-C02D-4AC3-8CC5-1343B639F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A83A1-82C8-43B7-801C-83A5EE06C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E984E-0289-401A-AC3C-F1E2D22E532E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977F9D-5E00-453E-AFF5-802FAD246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C79684-41C3-4D7D-904F-55B2A1304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B275F-3198-4076-A232-D67075B772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8104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56CD8-B6AA-4328-985A-1606C4040C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 err="1"/>
              <a:t>Pembelajaran</a:t>
            </a:r>
            <a:r>
              <a:rPr lang="en-US" dirty="0"/>
              <a:t> Online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5C71A-1E88-4BC4-A937-CF267F15A5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F624CA-9F03-4AE2-BC91-8CD7DCE5A7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F95022-BA85-4EF5-AF62-4ECBBA5EF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E984E-0289-401A-AC3C-F1E2D22E532E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0092C8-4C08-4611-9A45-AABAB0D89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78C165-1030-457A-B67E-F94635177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B275F-3198-4076-A232-D67075B772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36205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4F4FF-4BEF-49FF-B6DB-9E487A6CFD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 err="1"/>
              <a:t>Pembelajaran</a:t>
            </a:r>
            <a:r>
              <a:rPr lang="en-US" dirty="0"/>
              <a:t> Online</a:t>
            </a:r>
            <a:endParaRPr lang="en-ID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7A496E-CF81-4A8E-9B97-059B5DC53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E984E-0289-401A-AC3C-F1E2D22E532E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E1E814-2E65-47EB-B36E-D894EA647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31363E-7680-4302-8A73-8B6C58B2C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B275F-3198-4076-A232-D67075B772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0817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9841E-4E33-4B4E-B295-144DE5832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A38307-E197-4956-BF78-88715439D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391364-AD28-4293-97C1-E429EEB601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C05B24-2AEA-4C86-B6A8-51335C81FC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419405-6753-4689-AB56-50897DFEFE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0827A9-B1FE-47DE-90FF-E43A66970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E984E-0289-401A-AC3C-F1E2D22E532E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9472E3-575F-4BD6-B201-870D8FD4A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1EEC2E-938F-4609-AC16-FA899C17F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B275F-3198-4076-A232-D67075B772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24115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2B9053-39DD-4F8F-A353-AC4DB43E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E984E-0289-401A-AC3C-F1E2D22E532E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5EE4A5-9E81-40B8-B056-5C4EDD0FD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2B2ECC-7F5D-4C9F-A344-2B6DCF90C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B275F-3198-4076-A232-D67075B772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83898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53E88-EE57-49D0-B53C-6D6C85ED4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D603C-EF39-4C0D-AE41-3EFA20E6A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480481-2F99-4A76-A0E2-5F256FA03C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B865E3-160E-474B-9AEE-2D3B52E4A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E984E-0289-401A-AC3C-F1E2D22E532E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51A3CC-746D-46AB-B8FE-2413EA2B8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464761-F069-430E-BA67-0DBF6B67D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B275F-3198-4076-A232-D67075B772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88037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998F3-2354-46CE-AB48-76E70961B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30023E-356F-45EA-8ECA-12F5715505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58D345-378E-4293-839A-EA1CE365F0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21EB7-5411-4DFF-B98D-71B718EDE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E984E-0289-401A-AC3C-F1E2D22E532E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FFFC76-6207-41A5-ADBD-3316AC3BB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60E8F5-F4FE-4E8A-A066-B5DAF495A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B275F-3198-4076-A232-D67075B772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45800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3E2B1-BD69-45BF-A4E6-E468865ED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6C3EF1-89F3-4F17-939E-7915980DC6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C6837-C457-47C0-8191-3299FFBE4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E984E-0289-401A-AC3C-F1E2D22E532E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CFC92F-0983-4CAA-B9F3-9C3EC96B6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614DD-7231-4C97-A9BC-6DF22020B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B275F-3198-4076-A232-D67075B772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82846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36C0BE-C3A9-427F-8FA1-65CAFB4362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63EEBE-4A37-413D-B1FF-73FA325D48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AA9701-930C-4EA2-BD32-44ED5F61A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E984E-0289-401A-AC3C-F1E2D22E532E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BB7986-17CE-4A8A-8A13-0D67E3DC8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DE3D9-C8D4-4657-9B20-171FC726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B275F-3198-4076-A232-D67075B772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91232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64F337-6E4A-4F2F-A1AC-1515A2E46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FBAFA5-39B0-4DB8-BA76-968B196B0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AA956-C88B-4746-AB16-41703779B3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7E984E-0289-401A-AC3C-F1E2D22E532E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77A29-7A6E-49AB-BBAC-7D13BD197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49943-3F98-4A4B-AB3E-D84AA13016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AB275F-3198-4076-A232-D67075B772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66189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  <p:sldLayoutId id="2147483651" r:id="rId3"/>
    <p:sldLayoutId id="2147483652" r:id="rId4"/>
    <p:sldLayoutId id="2147483654" r:id="rId5"/>
    <p:sldLayoutId id="2147483653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A72E6-1259-4761-9B44-397F6D32B1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C430B9-5EB1-4DFD-A41D-70EA2C031B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98670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2</cp:revision>
  <dcterms:created xsi:type="dcterms:W3CDTF">2026-03-24T07:13:15Z</dcterms:created>
  <dcterms:modified xsi:type="dcterms:W3CDTF">2026-03-24T07:28:40Z</dcterms:modified>
</cp:coreProperties>
</file>