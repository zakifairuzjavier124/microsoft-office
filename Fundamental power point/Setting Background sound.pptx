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DDFF6-B2FB-4E89-AB32-63D75D4D1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6185F-A1B6-48E9-8B76-ECFE962AD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E8062-DD04-4F65-8A75-F1984F6F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47BE-91CE-4DA3-BF65-F02FE189BC3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81B6-CC4F-433C-A963-E585DC3D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95EA0-BA84-4E0D-A32E-8BA0327E1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DD6C-F99C-4E10-98A7-A88C49790B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888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4950D-5D48-43B6-AABF-BD70D07EF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C7E69-7A43-4935-ABC8-3F394CF6E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3D810-7702-4725-9A01-F5EA9590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47BE-91CE-4DA3-BF65-F02FE189BC3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11E5D-E34E-4AE2-B4BE-0B4A535A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C1D1A-6525-46D3-8D6B-C93753DE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DD6C-F99C-4E10-98A7-A88C49790B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6430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A2DC-C7B2-4F25-BD8F-96C0B8980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9A36E-BE56-4DEF-84C2-DE22E38DB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50DF8-8046-4785-AAEA-89BFF0E2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47BE-91CE-4DA3-BF65-F02FE189BC3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DAB8A-2D71-4C52-98B0-855AA29E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1D039-6CC8-4DB7-9BFC-CA2237C1D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DD6C-F99C-4E10-98A7-A88C49790B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2641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B9E1-483D-4EE4-836D-C97397441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A1428-9BFB-4D8E-ABAD-DEF274C47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D9388-425E-4DD4-A835-D769520AC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B79E6-B9B9-4655-BB10-C24D9ED3C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47BE-91CE-4DA3-BF65-F02FE189BC3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AD9A7-FD20-4A69-B753-B8F55199D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CEA76-2516-43C8-A42B-001AE2C6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DD6C-F99C-4E10-98A7-A88C49790B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276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6C56-38CC-4622-8247-C45BA1C06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2D489-EB63-4E22-90F4-A345312BF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DBC03-5273-404D-A12A-49032DDCE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1C7C38-A76A-4F13-A849-25D91241E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49EBD4-8D60-49D5-9E45-97746B609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BB4035-CE30-40CF-8673-C4DCF194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47BE-91CE-4DA3-BF65-F02FE189BC3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59A649-E1EF-40AB-BCED-D1E0FF725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A961C-5687-4160-A57F-C81B1774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DD6C-F99C-4E10-98A7-A88C49790B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4515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A693-06C1-4B2B-8FAD-4D9A41EA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5C87F7-8A71-4961-A177-ABCE43D4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47BE-91CE-4DA3-BF65-F02FE189BC3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6B59C-18D5-44C7-A567-FBA3C6C4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91C14-CC26-42DA-B2CC-3485CDAF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DD6C-F99C-4E10-98A7-A88C49790B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766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FAA0D5-D2AB-428F-BCDB-10A5B498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47BE-91CE-4DA3-BF65-F02FE189BC3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DDF23F-205F-42B5-9B75-58B8563C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FDC30-D4A3-4EF7-9E79-4C6B8FC3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DD6C-F99C-4E10-98A7-A88C49790B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306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D491C-1DD3-48AB-B09C-302A1371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84BAE-FE67-4B69-B051-87EABD311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C8C32-A9FE-402D-AAC4-2A0006064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D3B81-00CA-46AD-BD52-9D75CAA3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47BE-91CE-4DA3-BF65-F02FE189BC3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7DB17-B141-4896-9F20-5B60FA06F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7C6AB-FB4C-4606-9765-84051D7E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DD6C-F99C-4E10-98A7-A88C49790B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537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6193B-A6B6-43EA-9BC0-D07D34F7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DC6B2B-7652-4D3D-9E58-B6111F1B1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991DA-B5BB-48DE-9402-1C6636904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1E3C3-F55F-445B-AE5D-6114DD1B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47BE-91CE-4DA3-BF65-F02FE189BC3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263B7-B503-4655-8834-7DF69BB74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9086E-CA3C-4124-8E02-78B09E11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DD6C-F99C-4E10-98A7-A88C49790B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785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E1EE-5EB8-43B4-8EEE-463D66D3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8416F-1E10-46B0-8E91-3176BC2E2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3FB12-829B-4F20-8134-79B10979E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47BE-91CE-4DA3-BF65-F02FE189BC3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A9E9C-FCBC-4A62-9BA9-1369647A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4D319-1213-4381-BCED-6E8CF2A05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DD6C-F99C-4E10-98A7-A88C49790B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1819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9591D1-677A-4EE5-B589-1399E34ADC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A3B2A-3AE1-47AD-9AB0-CC55CC904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41ADC-D61F-48B9-A298-C46427CF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47BE-91CE-4DA3-BF65-F02FE189BC3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B3625-08EF-489C-A622-11DC15D4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20FE8-636E-4C18-B251-94611370F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DD6C-F99C-4E10-98A7-A88C49790B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167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363D1-6F67-4779-8B62-67CF5AD8C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55EE1-B062-44B1-961B-73611D90E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F9256-B847-4E85-919B-10E879D20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147BE-91CE-4DA3-BF65-F02FE189BC30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D0325-4797-43B6-B3AA-0F5B7F419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2E515-CD04-4EC5-B53B-DEE5FDFD1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0DD6C-F99C-4E10-98A7-A88C49790B7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171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408ED-0B80-43BE-ABBB-EC55A849B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788" y="321993"/>
            <a:ext cx="4778326" cy="23876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Manfaat</a:t>
            </a:r>
            <a:r>
              <a:rPr lang="en-US" dirty="0">
                <a:solidFill>
                  <a:schemeClr val="bg1"/>
                </a:solidFill>
              </a:rPr>
              <a:t> Power Point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Presentation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6DCA9-6D8E-4786-BAEF-C4DB9623B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950721" y="2896541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Created By </a:t>
            </a:r>
            <a:r>
              <a:rPr lang="en-US" dirty="0" err="1">
                <a:solidFill>
                  <a:schemeClr val="bg1"/>
                </a:solidFill>
              </a:rPr>
              <a:t>Zaki</a:t>
            </a:r>
            <a:endParaRPr lang="en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981716"/>
      </p:ext>
    </p:extLst>
  </p:cSld>
  <p:clrMapOvr>
    <a:masterClrMapping/>
  </p:clrMapOvr>
  <p:transition spd="slow">
    <p:randomBar dir="vert"/>
    <p:sndAc>
      <p:stSnd>
        <p:snd r:embed="rId2" name="explode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Manfaat Power 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Manfaat Power Point Presentation</dc:title>
  <dc:creator>Lenovo</dc:creator>
  <cp:lastModifiedBy>Lenovo</cp:lastModifiedBy>
  <cp:revision>1</cp:revision>
  <dcterms:created xsi:type="dcterms:W3CDTF">2026-03-24T11:10:52Z</dcterms:created>
  <dcterms:modified xsi:type="dcterms:W3CDTF">2026-03-24T11:12:08Z</dcterms:modified>
</cp:coreProperties>
</file>