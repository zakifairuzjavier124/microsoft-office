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ShowLst>
    <p:custShow name="Custom Show 1" id="0">
      <p:sldLst>
        <p:sld r:id="rId3"/>
        <p:sld r:id="rId5"/>
        <p:sld r:id="rId4"/>
      </p:sldLst>
    </p:custShow>
    <p:custShow name="Custom Show 2" id="1">
      <p:sldLst>
        <p:sld r:id="rId3"/>
        <p:sld r:id="rId4"/>
        <p:sld r:id="rId5"/>
        <p:sld r:id="rId6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25BC-ECA4-470E-8A36-84391CB87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D45BB-682E-466A-B12D-71CC75BAB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32A3B-3081-4BAA-8821-6012436D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329A2-201B-4A02-8455-1FAE4D9E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7F2B-74C6-43AD-BDD0-4244A62E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657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E960-9FD3-4EFD-9A93-D014FDE5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EBE97-C9B7-4E3B-A317-D0EC972D0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124D9-34CB-4830-8B13-645B2DDB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9F5A0-F60D-4E29-A06E-8EECB2B6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1D5B6-A606-4A79-99F0-F0D66391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448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68DA-455F-4121-A523-E04A17DA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69CB9-FBC3-44E8-AF0A-D33EDE8D7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F521-9266-4E00-A1D3-2F447EFF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96EE-B3A8-44DF-8883-F3DD656D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7C6E-68E4-4B29-8A03-511E5B55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811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EAB3-C141-48DB-9A26-CA0F3A70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37E5-CF33-405C-84BD-EBE921334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1FACC-6113-467C-BB3E-D18C3C7D1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DE60-35E4-4917-9BA3-8602E052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0FCE7-C2E6-4475-B23D-696D0BC24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3134C-65AC-4718-A247-47725E6E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53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3252-5CF7-46CB-8073-58704CFE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77D78-0F33-43E6-8686-9E405BEA0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48BDE-9043-4E2C-A119-7DBD27385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2F740-FFCA-4016-BB58-ABDBD91EC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947B5-7B11-4BC4-A880-753B92AD5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F2C7D-7EF6-4D99-99AC-0C931683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A2355-4045-4BBA-908E-42C8A07A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958A9-F16D-48A5-9671-B176C2A8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86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D31-8F09-432B-A28D-BAAE6C62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049A7-2CA9-4CE1-BE77-219C94D2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54D7F-E790-4421-8567-AD741A46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87D65-A66A-4971-94DC-38B4939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749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41B36-153C-434A-B9FB-A6B4DB3F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36ADE-0440-4EA0-8312-8BA0D513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ADD3F-9AC0-4DE4-9EE3-63D733F3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695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2AE3-AC40-4B68-92F2-6C45BEB5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CD9A-778F-4F4B-B180-E94152436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27535-5B39-45C7-883B-3F79E87ED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AF3AF-A1AF-4963-9B6E-32536DE8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BEACC-A40A-4125-8392-FC41F3C8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9072D-E031-4720-98F0-0F137DCA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7963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9824-0501-45BB-A5C2-A2D75122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E4FE7-4DE9-49DC-BD90-04D333920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22F0-1624-49E0-A1E2-712AAFFF3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322BA-2870-4308-BD97-C0E94A86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2E39-4FF8-46E1-A03A-6AE0C23A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57246-1313-4A1E-99EB-D65E7C6B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13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BAFA6-4D17-42C2-81A6-26905B03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F8FE8-E0BF-4E9C-9816-5C9F078D0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ED0AF-FAF4-4F12-A24A-C5CC2FFE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2960A-65FC-4C6F-A448-BF844C8D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4609-A686-4DDB-AD66-5A594EAF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418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E8B5DC-5C40-4127-B4B3-C91155722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99712-38E6-4AAF-A51E-321F74F5D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1311E-4FAF-4F8C-A0D7-52FF56DD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81635-6116-45DE-BDA4-51D47A08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93714-F491-40C2-9192-3FF74B7D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558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82E4-0171-4397-8F43-E903D602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8AFF5-B457-46F6-BE46-1B85DE830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C0259-DD66-4B4D-BF5A-06EA25940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3AAA8-0F57-4E62-9D59-558147CF50B9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A4E95-AE38-40F4-AB71-FF1DB081D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92F8F-EF8F-4976-91B8-38179085E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73C3E-9EFF-4172-952F-448AAAA4D3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592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4BD2-BA09-4DBD-B2B4-BA1160265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04534-57DC-4221-AACE-C0BB7D833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aku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385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F6CA5A-3351-4D89-B154-27D454A61F7D}"/>
              </a:ext>
            </a:extLst>
          </p:cNvPr>
          <p:cNvSpPr/>
          <p:nvPr/>
        </p:nvSpPr>
        <p:spPr>
          <a:xfrm>
            <a:off x="1391478" y="1683026"/>
            <a:ext cx="8733183" cy="3140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3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773245D6-A41C-4715-BA50-7E50A3C8592D}"/>
              </a:ext>
            </a:extLst>
          </p:cNvPr>
          <p:cNvSpPr/>
          <p:nvPr/>
        </p:nvSpPr>
        <p:spPr>
          <a:xfrm>
            <a:off x="583096" y="1709530"/>
            <a:ext cx="8640417" cy="3074505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51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3">
            <a:extLst>
              <a:ext uri="{FF2B5EF4-FFF2-40B4-BE49-F238E27FC236}">
                <a16:creationId xmlns:a16="http://schemas.microsoft.com/office/drawing/2014/main" id="{93968EF0-194F-41F4-8C71-2DDFB4CB9177}"/>
              </a:ext>
            </a:extLst>
          </p:cNvPr>
          <p:cNvSpPr/>
          <p:nvPr/>
        </p:nvSpPr>
        <p:spPr>
          <a:xfrm>
            <a:off x="2133600" y="2067339"/>
            <a:ext cx="4108174" cy="4094922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00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Left-Right Arrow 1">
            <a:extLst>
              <a:ext uri="{FF2B5EF4-FFF2-40B4-BE49-F238E27FC236}">
                <a16:creationId xmlns:a16="http://schemas.microsoft.com/office/drawing/2014/main" id="{B6392AF3-30EF-46D7-B430-2432531DBA5C}"/>
              </a:ext>
            </a:extLst>
          </p:cNvPr>
          <p:cNvSpPr/>
          <p:nvPr/>
        </p:nvSpPr>
        <p:spPr>
          <a:xfrm>
            <a:off x="5565913" y="1789043"/>
            <a:ext cx="3432313" cy="3604592"/>
          </a:xfrm>
          <a:prstGeom prst="left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718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5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  <vt:variant>
        <vt:lpstr>Custom Shows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</vt:lpstr>
      <vt:lpstr>PowerPoint Presentation</vt:lpstr>
      <vt:lpstr>PowerPoint Presentation</vt:lpstr>
      <vt:lpstr>PowerPoint Presentation</vt:lpstr>
      <vt:lpstr>PowerPoint Presentation</vt:lpstr>
      <vt:lpstr>Custom Show 1</vt:lpstr>
      <vt:lpstr>Custom Show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>Lenovo</dc:creator>
  <cp:lastModifiedBy>Lenovo</cp:lastModifiedBy>
  <cp:revision>1</cp:revision>
  <dcterms:created xsi:type="dcterms:W3CDTF">2026-03-24T10:40:01Z</dcterms:created>
  <dcterms:modified xsi:type="dcterms:W3CDTF">2026-03-24T10:40:57Z</dcterms:modified>
</cp:coreProperties>
</file>